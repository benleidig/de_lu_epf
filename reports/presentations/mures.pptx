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4ED"/>
          </a:solidFill>
        </a:fill>
      </a:tcStyle>
    </a:wholeTbl>
    <a:band2H>
      <a:tcTxStyle b="def" i="def"/>
      <a:tcStyle>
        <a:tcBdr/>
        <a:fill>
          <a:solidFill>
            <a:srgbClr val="E6EBF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DA"/>
          </a:solidFill>
        </a:fill>
      </a:tcStyle>
    </a:wholeTbl>
    <a:band2H>
      <a:tcTxStyle b="def" i="def"/>
      <a:tcStyle>
        <a:tcBdr/>
        <a:fill>
          <a:solidFill>
            <a:srgbClr val="E6ECE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6CDCA"/>
          </a:solidFill>
        </a:fill>
      </a:tcStyle>
    </a:wholeTbl>
    <a:band2H>
      <a:tcTxStyle b="def" i="def"/>
      <a:tcStyle>
        <a:tcBdr/>
        <a:fill>
          <a:solidFill>
            <a:srgbClr val="ECE8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Shape 37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76" name="Shape 37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5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4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5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itle Accent"/>
          <p:cNvSpPr/>
          <p:nvPr/>
        </p:nvSpPr>
        <p:spPr>
          <a:xfrm>
            <a:off x="2895872" y="1832610"/>
            <a:ext cx="95251" cy="31927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Presentation Title"/>
          <p:cNvSpPr txBox="1"/>
          <p:nvPr>
            <p:ph type="title" hasCustomPrompt="1"/>
          </p:nvPr>
        </p:nvSpPr>
        <p:spPr>
          <a:xfrm>
            <a:off x="3283130" y="1958296"/>
            <a:ext cx="8569237" cy="1614487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90000"/>
              </a:lnSpc>
              <a:spcBef>
                <a:spcPts val="0"/>
              </a:spcBef>
              <a:defRPr sz="60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7" name="Body Level One…"/>
          <p:cNvSpPr txBox="1"/>
          <p:nvPr>
            <p:ph type="body" sz="quarter" idx="1" hasCustomPrompt="1"/>
          </p:nvPr>
        </p:nvSpPr>
        <p:spPr>
          <a:xfrm>
            <a:off x="3285601" y="3489452"/>
            <a:ext cx="8569236" cy="767970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FFFFFF"/>
                </a:solidFill>
              </a:defRPr>
            </a:lvl1pPr>
            <a:lvl2pPr marL="800100" indent="-342900" algn="ctr">
              <a:defRPr sz="3600">
                <a:solidFill>
                  <a:srgbClr val="FFFFFF"/>
                </a:solidFill>
              </a:defRPr>
            </a:lvl2pPr>
            <a:lvl3pPr marL="1325879" indent="-411479" algn="ctr">
              <a:defRPr sz="3600">
                <a:solidFill>
                  <a:srgbClr val="FFFFFF"/>
                </a:solidFill>
              </a:defRPr>
            </a:lvl3pPr>
            <a:lvl4pPr marL="1828800" indent="-457200" algn="ctr">
              <a:defRPr sz="3600">
                <a:solidFill>
                  <a:srgbClr val="FFFFFF"/>
                </a:solidFill>
              </a:defRPr>
            </a:lvl4pPr>
            <a:lvl5pPr marL="2286000" indent="-457200" algn="ctr">
              <a:defRPr sz="3600">
                <a:solidFill>
                  <a:srgbClr val="FFFFFF"/>
                </a:solidFill>
              </a:defRPr>
            </a:lvl5pPr>
          </a:lstStyle>
          <a:p>
            <a:pPr/>
            <a:r>
              <a:t>Department/Unit Name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8" name="Date Placeholder"/>
          <p:cNvSpPr/>
          <p:nvPr>
            <p:ph type="body" sz="quarter" idx="21" hasCustomPrompt="1"/>
          </p:nvPr>
        </p:nvSpPr>
        <p:spPr>
          <a:xfrm>
            <a:off x="3285601" y="4257421"/>
            <a:ext cx="8569236" cy="767970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FFFFFF"/>
                </a:solidFill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9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38" y="0"/>
            <a:ext cx="12180723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Title Accent"/>
          <p:cNvSpPr/>
          <p:nvPr/>
        </p:nvSpPr>
        <p:spPr>
          <a:xfrm>
            <a:off x="2895872" y="1832610"/>
            <a:ext cx="95251" cy="31927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" name="Presentation Title"/>
          <p:cNvSpPr txBox="1"/>
          <p:nvPr>
            <p:ph type="title" hasCustomPrompt="1"/>
          </p:nvPr>
        </p:nvSpPr>
        <p:spPr>
          <a:xfrm>
            <a:off x="3283130" y="1958296"/>
            <a:ext cx="8569237" cy="1614487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90000"/>
              </a:lnSpc>
              <a:spcBef>
                <a:spcPts val="0"/>
              </a:spcBef>
              <a:defRPr sz="60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9" name="Body Level One…"/>
          <p:cNvSpPr txBox="1"/>
          <p:nvPr>
            <p:ph type="body" sz="quarter" idx="1" hasCustomPrompt="1"/>
          </p:nvPr>
        </p:nvSpPr>
        <p:spPr>
          <a:xfrm>
            <a:off x="3285601" y="3489452"/>
            <a:ext cx="8569236" cy="767970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FFFFFF"/>
                </a:solidFill>
              </a:defRPr>
            </a:lvl1pPr>
            <a:lvl2pPr marL="800100" indent="-342900" algn="ctr">
              <a:defRPr sz="3600">
                <a:solidFill>
                  <a:srgbClr val="FFFFFF"/>
                </a:solidFill>
              </a:defRPr>
            </a:lvl2pPr>
            <a:lvl3pPr marL="1325879" indent="-411479" algn="ctr">
              <a:defRPr sz="3600">
                <a:solidFill>
                  <a:srgbClr val="FFFFFF"/>
                </a:solidFill>
              </a:defRPr>
            </a:lvl3pPr>
            <a:lvl4pPr marL="1828800" indent="-457200" algn="ctr">
              <a:defRPr sz="3600">
                <a:solidFill>
                  <a:srgbClr val="FFFFFF"/>
                </a:solidFill>
              </a:defRPr>
            </a:lvl4pPr>
            <a:lvl5pPr marL="2286000" indent="-457200" algn="ctr">
              <a:defRPr sz="3600">
                <a:solidFill>
                  <a:srgbClr val="FFFFFF"/>
                </a:solidFill>
              </a:defRPr>
            </a:lvl5pPr>
          </a:lstStyle>
          <a:p>
            <a:pPr/>
            <a:r>
              <a:t>Department/Unit Name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0" name="Date Placeholder"/>
          <p:cNvSpPr/>
          <p:nvPr>
            <p:ph type="body" sz="quarter" idx="21" hasCustomPrompt="1"/>
          </p:nvPr>
        </p:nvSpPr>
        <p:spPr>
          <a:xfrm>
            <a:off x="3285601" y="4257421"/>
            <a:ext cx="8569236" cy="767970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FFFFFF"/>
                </a:solidFill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Background" descr="Background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66" y="693"/>
            <a:ext cx="12189535" cy="6856613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Block I" descr="Block I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104605" y="277804"/>
            <a:ext cx="529475" cy="764796"/>
          </a:xfrm>
          <a:prstGeom prst="rect">
            <a:avLst/>
          </a:prstGeom>
          <a:ln w="12700">
            <a:miter lim="400000"/>
          </a:ln>
        </p:spPr>
      </p:pic>
      <p:sp>
        <p:nvSpPr>
          <p:cNvPr id="40" name="Presentation Title"/>
          <p:cNvSpPr txBox="1"/>
          <p:nvPr>
            <p:ph type="title" hasCustomPrompt="1"/>
          </p:nvPr>
        </p:nvSpPr>
        <p:spPr>
          <a:xfrm>
            <a:off x="0" y="2163545"/>
            <a:ext cx="12189531" cy="1614488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90000"/>
              </a:lnSpc>
              <a:spcBef>
                <a:spcPts val="0"/>
              </a:spcBef>
              <a:defRPr sz="60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41" name="Body Level One…"/>
          <p:cNvSpPr txBox="1"/>
          <p:nvPr>
            <p:ph type="body" sz="quarter" idx="1" hasCustomPrompt="1"/>
          </p:nvPr>
        </p:nvSpPr>
        <p:spPr>
          <a:xfrm>
            <a:off x="2471" y="3694700"/>
            <a:ext cx="12189531" cy="787848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FFFFFF"/>
                </a:solidFill>
              </a:defRPr>
            </a:lvl1pPr>
            <a:lvl2pPr marL="800100" indent="-342900" algn="ctr">
              <a:defRPr sz="3600">
                <a:solidFill>
                  <a:srgbClr val="FFFFFF"/>
                </a:solidFill>
              </a:defRPr>
            </a:lvl2pPr>
            <a:lvl3pPr marL="1325879" indent="-411479" algn="ctr">
              <a:defRPr sz="3600">
                <a:solidFill>
                  <a:srgbClr val="FFFFFF"/>
                </a:solidFill>
              </a:defRPr>
            </a:lvl3pPr>
            <a:lvl4pPr marL="1828800" indent="-457200" algn="ctr">
              <a:defRPr sz="3600">
                <a:solidFill>
                  <a:srgbClr val="FFFFFF"/>
                </a:solidFill>
              </a:defRPr>
            </a:lvl4pPr>
            <a:lvl5pPr marL="2286000" indent="-457200" algn="ctr">
              <a:defRPr sz="3600">
                <a:solidFill>
                  <a:srgbClr val="FFFFFF"/>
                </a:solidFill>
              </a:defRPr>
            </a:lvl5pPr>
          </a:lstStyle>
          <a:p>
            <a:pPr/>
            <a:r>
              <a:t>Department/Unit Name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2" name="Date Placeholder"/>
          <p:cNvSpPr/>
          <p:nvPr>
            <p:ph type="body" sz="quarter" idx="21" hasCustomPrompt="1"/>
          </p:nvPr>
        </p:nvSpPr>
        <p:spPr>
          <a:xfrm>
            <a:off x="-1" y="4500133"/>
            <a:ext cx="12189532" cy="787848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FFFFFF"/>
                </a:solidFill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3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Background" descr="Background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38" y="3172"/>
            <a:ext cx="12180722" cy="685165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Block I" descr="Block I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98275" y="279018"/>
            <a:ext cx="528576" cy="762368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Presentation Title"/>
          <p:cNvSpPr txBox="1"/>
          <p:nvPr>
            <p:ph type="title" hasCustomPrompt="1"/>
          </p:nvPr>
        </p:nvSpPr>
        <p:spPr>
          <a:xfrm>
            <a:off x="0" y="2163545"/>
            <a:ext cx="12189531" cy="1614488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90000"/>
              </a:lnSpc>
              <a:spcBef>
                <a:spcPts val="0"/>
              </a:spcBef>
              <a:defRPr sz="60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53" name="Body Level One…"/>
          <p:cNvSpPr txBox="1"/>
          <p:nvPr>
            <p:ph type="body" sz="quarter" idx="1" hasCustomPrompt="1"/>
          </p:nvPr>
        </p:nvSpPr>
        <p:spPr>
          <a:xfrm>
            <a:off x="2471" y="3694700"/>
            <a:ext cx="12189531" cy="787848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FFFFFF"/>
                </a:solidFill>
              </a:defRPr>
            </a:lvl1pPr>
            <a:lvl2pPr marL="800100" indent="-342900" algn="ctr">
              <a:defRPr sz="3600">
                <a:solidFill>
                  <a:srgbClr val="FFFFFF"/>
                </a:solidFill>
              </a:defRPr>
            </a:lvl2pPr>
            <a:lvl3pPr marL="1325879" indent="-411479" algn="ctr">
              <a:defRPr sz="3600">
                <a:solidFill>
                  <a:srgbClr val="FFFFFF"/>
                </a:solidFill>
              </a:defRPr>
            </a:lvl3pPr>
            <a:lvl4pPr marL="1828800" indent="-457200" algn="ctr">
              <a:defRPr sz="3600">
                <a:solidFill>
                  <a:srgbClr val="FFFFFF"/>
                </a:solidFill>
              </a:defRPr>
            </a:lvl4pPr>
            <a:lvl5pPr marL="2286000" indent="-457200" algn="ctr">
              <a:defRPr sz="3600">
                <a:solidFill>
                  <a:srgbClr val="FFFFFF"/>
                </a:solidFill>
              </a:defRPr>
            </a:lvl5pPr>
          </a:lstStyle>
          <a:p>
            <a:pPr/>
            <a:r>
              <a:t>Department/Unit Name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4" name="Date Placeholder"/>
          <p:cNvSpPr/>
          <p:nvPr>
            <p:ph type="body" sz="quarter" idx="21" hasCustomPrompt="1"/>
          </p:nvPr>
        </p:nvSpPr>
        <p:spPr>
          <a:xfrm>
            <a:off x="-1" y="4500133"/>
            <a:ext cx="12189532" cy="787848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FFFFFF"/>
                </a:solidFill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5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Background" descr="Background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67" y="693"/>
            <a:ext cx="12189532" cy="6856613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Block I" descr="Block I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98275" y="279018"/>
            <a:ext cx="528576" cy="762368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Title Accent"/>
          <p:cNvSpPr/>
          <p:nvPr/>
        </p:nvSpPr>
        <p:spPr>
          <a:xfrm>
            <a:off x="1390650" y="1832610"/>
            <a:ext cx="95250" cy="3192781"/>
          </a:xfrm>
          <a:prstGeom prst="rect">
            <a:avLst/>
          </a:prstGeom>
          <a:solidFill>
            <a:srgbClr val="13294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" name="HEADING"/>
          <p:cNvSpPr txBox="1"/>
          <p:nvPr>
            <p:ph type="title" hasCustomPrompt="1"/>
          </p:nvPr>
        </p:nvSpPr>
        <p:spPr>
          <a:xfrm>
            <a:off x="1627541" y="1832610"/>
            <a:ext cx="9470734" cy="1325564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8000">
                <a:solidFill>
                  <a:srgbClr val="FFFFFF"/>
                </a:solidFill>
              </a:defRPr>
            </a:lvl1pPr>
          </a:lstStyle>
          <a:p>
            <a:pPr/>
            <a:r>
              <a:t>HEADING</a:t>
            </a:r>
          </a:p>
        </p:txBody>
      </p:sp>
      <p:sp>
        <p:nvSpPr>
          <p:cNvPr id="66" name="Body Level One…"/>
          <p:cNvSpPr txBox="1"/>
          <p:nvPr>
            <p:ph type="body" sz="quarter" idx="1"/>
          </p:nvPr>
        </p:nvSpPr>
        <p:spPr>
          <a:xfrm>
            <a:off x="1627541" y="3603292"/>
            <a:ext cx="9470734" cy="1422099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 marL="685800" indent="-228600">
              <a:defRPr sz="2400">
                <a:solidFill>
                  <a:srgbClr val="FFFFFF"/>
                </a:solidFill>
              </a:defRPr>
            </a:lvl2pPr>
            <a:lvl3pPr marL="1188719" indent="-274319">
              <a:defRPr sz="2400">
                <a:solidFill>
                  <a:srgbClr val="FFFFFF"/>
                </a:solidFill>
              </a:defRPr>
            </a:lvl3pPr>
            <a:lvl4pPr marL="1676400" indent="-304800">
              <a:defRPr sz="2400">
                <a:solidFill>
                  <a:srgbClr val="FFFFFF"/>
                </a:solidFill>
              </a:defRPr>
            </a:lvl4pPr>
            <a:lvl5pPr marL="2133600" indent="-304800">
              <a:defRPr sz="24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7" name="Department/unit name Placeholder"/>
          <p:cNvSpPr/>
          <p:nvPr>
            <p:ph type="body" sz="quarter" idx="21" hasCustomPrompt="1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</p:spPr>
        <p:txBody>
          <a:bodyPr anchor="ctr"/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DEPARTMENT/UNIT NAME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Background" descr="Background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66" y="693"/>
            <a:ext cx="12189533" cy="6856613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Block I" descr="Block I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104605" y="277804"/>
            <a:ext cx="529475" cy="764796"/>
          </a:xfrm>
          <a:prstGeom prst="rect">
            <a:avLst/>
          </a:prstGeom>
          <a:ln w="12700">
            <a:miter lim="400000"/>
          </a:ln>
        </p:spPr>
      </p:pic>
      <p:sp>
        <p:nvSpPr>
          <p:cNvPr id="77" name="Title Accent"/>
          <p:cNvSpPr/>
          <p:nvPr/>
        </p:nvSpPr>
        <p:spPr>
          <a:xfrm>
            <a:off x="1390650" y="1832610"/>
            <a:ext cx="95250" cy="3192781"/>
          </a:xfrm>
          <a:prstGeom prst="rect">
            <a:avLst/>
          </a:prstGeom>
          <a:solidFill>
            <a:srgbClr val="FF5F0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" name="HEADING"/>
          <p:cNvSpPr txBox="1"/>
          <p:nvPr>
            <p:ph type="title" hasCustomPrompt="1"/>
          </p:nvPr>
        </p:nvSpPr>
        <p:spPr>
          <a:xfrm>
            <a:off x="1627541" y="1832610"/>
            <a:ext cx="9470734" cy="1325564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8000">
                <a:solidFill>
                  <a:srgbClr val="FFFFFF"/>
                </a:solidFill>
              </a:defRPr>
            </a:lvl1pPr>
          </a:lstStyle>
          <a:p>
            <a:pPr/>
            <a:r>
              <a:t>HEADING</a:t>
            </a:r>
          </a:p>
        </p:txBody>
      </p:sp>
      <p:sp>
        <p:nvSpPr>
          <p:cNvPr id="79" name="Body Level One…"/>
          <p:cNvSpPr txBox="1"/>
          <p:nvPr>
            <p:ph type="body" sz="quarter" idx="1"/>
          </p:nvPr>
        </p:nvSpPr>
        <p:spPr>
          <a:xfrm>
            <a:off x="1627541" y="3603292"/>
            <a:ext cx="9470734" cy="1422099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 marL="685800" indent="-228600">
              <a:defRPr sz="2400">
                <a:solidFill>
                  <a:srgbClr val="FFFFFF"/>
                </a:solidFill>
              </a:defRPr>
            </a:lvl2pPr>
            <a:lvl3pPr marL="1188719" indent="-274319">
              <a:defRPr sz="2400">
                <a:solidFill>
                  <a:srgbClr val="FFFFFF"/>
                </a:solidFill>
              </a:defRPr>
            </a:lvl3pPr>
            <a:lvl4pPr marL="1676400" indent="-304800">
              <a:defRPr sz="2400">
                <a:solidFill>
                  <a:srgbClr val="FFFFFF"/>
                </a:solidFill>
              </a:defRPr>
            </a:lvl4pPr>
            <a:lvl5pPr marL="2133600" indent="-304800">
              <a:defRPr sz="24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0" name="Department/unit name Placeholder"/>
          <p:cNvSpPr/>
          <p:nvPr>
            <p:ph type="body" sz="quarter" idx="21" hasCustomPrompt="1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</p:spPr>
        <p:txBody>
          <a:bodyPr anchor="ctr"/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DEPARTMENT/UNIT NAME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Background" descr="Background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66" y="693"/>
            <a:ext cx="12189532" cy="6856613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Block I" descr="Block I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98275" y="279018"/>
            <a:ext cx="528576" cy="762368"/>
          </a:xfrm>
          <a:prstGeom prst="rect">
            <a:avLst/>
          </a:prstGeom>
          <a:ln w="12700">
            <a:miter lim="400000"/>
          </a:ln>
        </p:spPr>
      </p:pic>
      <p:sp>
        <p:nvSpPr>
          <p:cNvPr id="90" name="Title accent"/>
          <p:cNvSpPr/>
          <p:nvPr/>
        </p:nvSpPr>
        <p:spPr>
          <a:xfrm>
            <a:off x="1390650" y="1832610"/>
            <a:ext cx="95250" cy="3192781"/>
          </a:xfrm>
          <a:prstGeom prst="rect">
            <a:avLst/>
          </a:prstGeom>
          <a:solidFill>
            <a:srgbClr val="13294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" name="HEADING"/>
          <p:cNvSpPr txBox="1"/>
          <p:nvPr>
            <p:ph type="title" hasCustomPrompt="1"/>
          </p:nvPr>
        </p:nvSpPr>
        <p:spPr>
          <a:xfrm>
            <a:off x="1627541" y="1832610"/>
            <a:ext cx="9470734" cy="1325564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8000">
                <a:solidFill>
                  <a:srgbClr val="FFFFFF"/>
                </a:solidFill>
              </a:defRPr>
            </a:lvl1pPr>
          </a:lstStyle>
          <a:p>
            <a:pPr/>
            <a:r>
              <a:t>HEADING</a:t>
            </a:r>
          </a:p>
        </p:txBody>
      </p:sp>
      <p:sp>
        <p:nvSpPr>
          <p:cNvPr id="92" name="Body Level One…"/>
          <p:cNvSpPr txBox="1"/>
          <p:nvPr>
            <p:ph type="body" sz="quarter" idx="1"/>
          </p:nvPr>
        </p:nvSpPr>
        <p:spPr>
          <a:xfrm>
            <a:off x="1627541" y="3603292"/>
            <a:ext cx="9470734" cy="1422099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 marL="685800" indent="-228600">
              <a:defRPr sz="2400">
                <a:solidFill>
                  <a:srgbClr val="FFFFFF"/>
                </a:solidFill>
              </a:defRPr>
            </a:lvl2pPr>
            <a:lvl3pPr marL="1188719" indent="-274319">
              <a:defRPr sz="2400">
                <a:solidFill>
                  <a:srgbClr val="FFFFFF"/>
                </a:solidFill>
              </a:defRPr>
            </a:lvl3pPr>
            <a:lvl4pPr marL="1676400" indent="-304800">
              <a:defRPr sz="2400">
                <a:solidFill>
                  <a:srgbClr val="FFFFFF"/>
                </a:solidFill>
              </a:defRPr>
            </a:lvl4pPr>
            <a:lvl5pPr marL="2133600" indent="-304800">
              <a:defRPr sz="24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Department/Unit name Placeholder"/>
          <p:cNvSpPr/>
          <p:nvPr>
            <p:ph type="body" sz="quarter" idx="21" hasCustomPrompt="1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</p:spPr>
        <p:txBody>
          <a:bodyPr anchor="ctr"/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DEPARTMENT/UNIT NAME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Background" descr="Background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Block I" descr="Block I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104605" y="277804"/>
            <a:ext cx="529475" cy="764796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itle Accent"/>
          <p:cNvSpPr/>
          <p:nvPr/>
        </p:nvSpPr>
        <p:spPr>
          <a:xfrm>
            <a:off x="1390650" y="1832610"/>
            <a:ext cx="95250" cy="3192781"/>
          </a:xfrm>
          <a:prstGeom prst="rect">
            <a:avLst/>
          </a:prstGeom>
          <a:solidFill>
            <a:srgbClr val="FF5F0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HEADING"/>
          <p:cNvSpPr txBox="1"/>
          <p:nvPr>
            <p:ph type="title" hasCustomPrompt="1"/>
          </p:nvPr>
        </p:nvSpPr>
        <p:spPr>
          <a:xfrm>
            <a:off x="1627541" y="1832610"/>
            <a:ext cx="9470734" cy="1325564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8000">
                <a:solidFill>
                  <a:srgbClr val="FFFFFF"/>
                </a:solidFill>
              </a:defRPr>
            </a:lvl1pPr>
          </a:lstStyle>
          <a:p>
            <a:pPr/>
            <a:r>
              <a:t>HEADING</a:t>
            </a:r>
          </a:p>
        </p:txBody>
      </p:sp>
      <p:sp>
        <p:nvSpPr>
          <p:cNvPr id="105" name="Body Level One…"/>
          <p:cNvSpPr txBox="1"/>
          <p:nvPr>
            <p:ph type="body" sz="quarter" idx="1"/>
          </p:nvPr>
        </p:nvSpPr>
        <p:spPr>
          <a:xfrm>
            <a:off x="1627541" y="3603292"/>
            <a:ext cx="9470734" cy="1422099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 marL="685800" indent="-228600">
              <a:defRPr sz="2400">
                <a:solidFill>
                  <a:srgbClr val="FFFFFF"/>
                </a:solidFill>
              </a:defRPr>
            </a:lvl2pPr>
            <a:lvl3pPr marL="1188719" indent="-274319">
              <a:defRPr sz="2400">
                <a:solidFill>
                  <a:srgbClr val="FFFFFF"/>
                </a:solidFill>
              </a:defRPr>
            </a:lvl3pPr>
            <a:lvl4pPr marL="1676400" indent="-304800">
              <a:defRPr sz="2400">
                <a:solidFill>
                  <a:srgbClr val="FFFFFF"/>
                </a:solidFill>
              </a:defRPr>
            </a:lvl4pPr>
            <a:lvl5pPr marL="2133600" indent="-304800">
              <a:defRPr sz="24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Department/Unit name Placeholder"/>
          <p:cNvSpPr/>
          <p:nvPr>
            <p:ph type="body" sz="quarter" idx="21" hasCustomPrompt="1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</p:spPr>
        <p:txBody>
          <a:bodyPr anchor="ctr"/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DEPARTMENT/UNIT NAME</a:t>
            </a:r>
          </a:p>
        </p:txBody>
      </p:sp>
      <p:sp>
        <p:nvSpPr>
          <p:cNvPr id="1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ransition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784"/>
            <a:ext cx="12192000" cy="68544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Block I" descr="Block I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104605" y="277804"/>
            <a:ext cx="529475" cy="764796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Title underscore"/>
          <p:cNvSpPr/>
          <p:nvPr/>
        </p:nvSpPr>
        <p:spPr>
          <a:xfrm>
            <a:off x="5455663" y="4159281"/>
            <a:ext cx="1275550" cy="141957"/>
          </a:xfrm>
          <a:prstGeom prst="rect">
            <a:avLst/>
          </a:prstGeom>
          <a:solidFill>
            <a:srgbClr val="FF5F0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Heading"/>
          <p:cNvSpPr txBox="1"/>
          <p:nvPr>
            <p:ph type="title" hasCustomPrompt="1"/>
          </p:nvPr>
        </p:nvSpPr>
        <p:spPr>
          <a:xfrm>
            <a:off x="838200" y="2687996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lnSpc>
                <a:spcPct val="90000"/>
              </a:lnSpc>
              <a:spcBef>
                <a:spcPts val="0"/>
              </a:spcBef>
              <a:defRPr sz="6000">
                <a:solidFill>
                  <a:srgbClr val="FFFFFF"/>
                </a:solidFill>
              </a:defRPr>
            </a:lvl1pPr>
          </a:lstStyle>
          <a:p>
            <a:pPr/>
            <a:r>
              <a:t>Heading</a:t>
            </a:r>
          </a:p>
        </p:txBody>
      </p:sp>
      <p:sp>
        <p:nvSpPr>
          <p:cNvPr id="118" name="Body Level One…"/>
          <p:cNvSpPr txBox="1"/>
          <p:nvPr>
            <p:ph type="body" sz="quarter" idx="1" hasCustomPrompt="1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</p:spPr>
        <p:txBody>
          <a:bodyPr anchor="ctr"/>
          <a:lstStyle>
            <a:lvl1pPr>
              <a:defRPr b="1" sz="1200">
                <a:solidFill>
                  <a:srgbClr val="FFFFFF"/>
                </a:solidFill>
              </a:defRPr>
            </a:lvl1pPr>
            <a:lvl2pPr marL="571500" indent="-114300">
              <a:defRPr b="1" sz="1200">
                <a:solidFill>
                  <a:srgbClr val="FFFFFF"/>
                </a:solidFill>
              </a:defRPr>
            </a:lvl2pPr>
            <a:lvl3pPr marL="1051560" indent="-137160">
              <a:defRPr b="1" sz="1200">
                <a:solidFill>
                  <a:srgbClr val="FFFFFF"/>
                </a:solidFill>
              </a:defRPr>
            </a:lvl3pPr>
            <a:lvl4pPr marL="1524000" indent="-152400">
              <a:defRPr b="1" sz="1200">
                <a:solidFill>
                  <a:srgbClr val="FFFFFF"/>
                </a:solidFill>
              </a:defRPr>
            </a:lvl4pPr>
            <a:lvl5pPr marL="1981200" indent="-152400">
              <a:defRPr b="1" sz="1200">
                <a:solidFill>
                  <a:srgbClr val="FFFFFF"/>
                </a:solidFill>
              </a:defRPr>
            </a:lvl5pPr>
          </a:lstStyle>
          <a:p>
            <a:pPr/>
            <a:r>
              <a:t>DEPARTMENT/UNIT NAME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ransition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67" y="0"/>
            <a:ext cx="12187067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Block I" descr="Block I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98275" y="277803"/>
            <a:ext cx="528576" cy="764799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Title underscore"/>
          <p:cNvSpPr/>
          <p:nvPr/>
        </p:nvSpPr>
        <p:spPr>
          <a:xfrm>
            <a:off x="5455663" y="4159281"/>
            <a:ext cx="1275550" cy="141957"/>
          </a:xfrm>
          <a:prstGeom prst="rect">
            <a:avLst/>
          </a:prstGeom>
          <a:solidFill>
            <a:srgbClr val="13294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Heading"/>
          <p:cNvSpPr txBox="1"/>
          <p:nvPr>
            <p:ph type="title" hasCustomPrompt="1"/>
          </p:nvPr>
        </p:nvSpPr>
        <p:spPr>
          <a:xfrm>
            <a:off x="838200" y="2687996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lnSpc>
                <a:spcPct val="90000"/>
              </a:lnSpc>
              <a:spcBef>
                <a:spcPts val="0"/>
              </a:spcBef>
              <a:defRPr sz="6000">
                <a:solidFill>
                  <a:srgbClr val="FFFFFF"/>
                </a:solidFill>
              </a:defRPr>
            </a:lvl1pPr>
          </a:lstStyle>
          <a:p>
            <a:pPr/>
            <a:r>
              <a:t>Heading</a:t>
            </a:r>
          </a:p>
        </p:txBody>
      </p:sp>
      <p:sp>
        <p:nvSpPr>
          <p:cNvPr id="130" name="Body Level One…"/>
          <p:cNvSpPr txBox="1"/>
          <p:nvPr>
            <p:ph type="body" sz="quarter" idx="1" hasCustomPrompt="1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</p:spPr>
        <p:txBody>
          <a:bodyPr anchor="ctr"/>
          <a:lstStyle>
            <a:lvl1pPr>
              <a:defRPr b="1" sz="1200">
                <a:solidFill>
                  <a:srgbClr val="FFFFFF"/>
                </a:solidFill>
              </a:defRPr>
            </a:lvl1pPr>
            <a:lvl2pPr marL="571500" indent="-114300">
              <a:defRPr b="1" sz="1200">
                <a:solidFill>
                  <a:srgbClr val="FFFFFF"/>
                </a:solidFill>
              </a:defRPr>
            </a:lvl2pPr>
            <a:lvl3pPr marL="1051560" indent="-137160">
              <a:defRPr b="1" sz="1200">
                <a:solidFill>
                  <a:srgbClr val="FFFFFF"/>
                </a:solidFill>
              </a:defRPr>
            </a:lvl3pPr>
            <a:lvl4pPr marL="1524000" indent="-152400">
              <a:defRPr b="1" sz="1200">
                <a:solidFill>
                  <a:srgbClr val="FFFFFF"/>
                </a:solidFill>
              </a:defRPr>
            </a:lvl4pPr>
            <a:lvl5pPr marL="1981200" indent="-152400">
              <a:defRPr b="1" sz="1200">
                <a:solidFill>
                  <a:srgbClr val="FFFFFF"/>
                </a:solidFill>
              </a:defRPr>
            </a:lvl5pPr>
          </a:lstStyle>
          <a:p>
            <a:pPr/>
            <a:r>
              <a:t>DEPARTMENT/UNIT NAME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3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0" name="Department/Unit name Placeholder"/>
          <p:cNvSpPr/>
          <p:nvPr>
            <p:ph type="body" sz="quarter" idx="21" hasCustomPrompt="1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</p:spPr>
        <p:txBody>
          <a:bodyPr anchor="ctr"/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DEPARTMENT/UNIT NAME</a:t>
            </a:r>
          </a:p>
        </p:txBody>
      </p:sp>
      <p:sp>
        <p:nvSpPr>
          <p:cNvPr id="1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49" name="Body Level One…"/>
          <p:cNvSpPr txBox="1"/>
          <p:nvPr>
            <p:ph type="body" sz="quarter" idx="1" hasCustomPrompt="1"/>
          </p:nvPr>
        </p:nvSpPr>
        <p:spPr>
          <a:xfrm>
            <a:off x="654227" y="1913535"/>
            <a:ext cx="10370193" cy="7648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1pPr>
            <a:lvl2pPr marL="742950" indent="-285750"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2pPr>
            <a:lvl3pPr marL="1257300" indent="-342900"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3pPr>
            <a:lvl4pPr marL="1752600" indent="-381000"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4pPr>
            <a:lvl5pPr marL="2209800" indent="-381000"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5pPr>
          </a:lstStyle>
          <a:p>
            <a:pPr/>
            <a:r>
              <a:t>Subhead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50" name="Text Placeholder 1"/>
          <p:cNvSpPr/>
          <p:nvPr>
            <p:ph type="body" sz="quarter" idx="21"/>
          </p:nvPr>
        </p:nvSpPr>
        <p:spPr>
          <a:xfrm>
            <a:off x="652462" y="2688805"/>
            <a:ext cx="10370192" cy="96314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1" name="Subheading 2"/>
          <p:cNvSpPr/>
          <p:nvPr>
            <p:ph type="body" sz="quarter" idx="22" hasCustomPrompt="1"/>
          </p:nvPr>
        </p:nvSpPr>
        <p:spPr>
          <a:xfrm>
            <a:off x="654227" y="3957787"/>
            <a:ext cx="10370193" cy="7648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70000"/>
              </a:lnSpc>
              <a:defRPr b="1" sz="3000"/>
            </a:lvl1pPr>
          </a:lstStyle>
          <a:p>
            <a:pPr/>
            <a:r>
              <a:t>Subhead</a:t>
            </a:r>
          </a:p>
        </p:txBody>
      </p:sp>
      <p:sp>
        <p:nvSpPr>
          <p:cNvPr id="152" name="Text Placeholder 2"/>
          <p:cNvSpPr/>
          <p:nvPr>
            <p:ph type="body" sz="quarter" idx="23"/>
          </p:nvPr>
        </p:nvSpPr>
        <p:spPr>
          <a:xfrm>
            <a:off x="652462" y="4733056"/>
            <a:ext cx="10370192" cy="96314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3" name="Department/Unit name Placeholder"/>
          <p:cNvSpPr/>
          <p:nvPr>
            <p:ph type="body" sz="quarter" idx="24" hasCustomPrompt="1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</p:spPr>
        <p:txBody>
          <a:bodyPr anchor="ctr"/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DEPARTMENT/UNIT NAME</a:t>
            </a:r>
          </a:p>
        </p:txBody>
      </p:sp>
      <p:sp>
        <p:nvSpPr>
          <p:cNvPr id="15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Block I" descr="Block I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14691" y="277803"/>
            <a:ext cx="516233" cy="745670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Rectangle 15"/>
          <p:cNvSpPr/>
          <p:nvPr/>
        </p:nvSpPr>
        <p:spPr>
          <a:xfrm rot="5400000">
            <a:off x="8434" y="823598"/>
            <a:ext cx="1189820" cy="98239"/>
          </a:xfrm>
          <a:prstGeom prst="rect">
            <a:avLst/>
          </a:prstGeom>
          <a:solidFill>
            <a:srgbClr val="FF5F0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64" name="Body Level One…"/>
          <p:cNvSpPr txBox="1"/>
          <p:nvPr>
            <p:ph type="body" sz="quarter" idx="1" hasCustomPrompt="1"/>
          </p:nvPr>
        </p:nvSpPr>
        <p:spPr>
          <a:xfrm>
            <a:off x="654227" y="2009998"/>
            <a:ext cx="4876419" cy="7648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1pPr>
            <a:lvl2pPr marL="742950" indent="-285750"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2pPr>
            <a:lvl3pPr marL="1257300" indent="-342900"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3pPr>
            <a:lvl4pPr marL="1752600" indent="-381000"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4pPr>
            <a:lvl5pPr marL="2209800" indent="-381000"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5pPr>
          </a:lstStyle>
          <a:p>
            <a:pPr/>
            <a:r>
              <a:t>Subhead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65" name="Text Placeholder 1"/>
          <p:cNvSpPr/>
          <p:nvPr>
            <p:ph type="body" sz="quarter" idx="21"/>
          </p:nvPr>
        </p:nvSpPr>
        <p:spPr>
          <a:xfrm>
            <a:off x="652462" y="2785267"/>
            <a:ext cx="4876419" cy="2155444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6" name="Subhead Placeholder - right"/>
          <p:cNvSpPr/>
          <p:nvPr>
            <p:ph type="body" sz="quarter" idx="22" hasCustomPrompt="1"/>
          </p:nvPr>
        </p:nvSpPr>
        <p:spPr>
          <a:xfrm>
            <a:off x="6148001" y="2009998"/>
            <a:ext cx="4876418" cy="7648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70000"/>
              </a:lnSpc>
              <a:defRPr b="1" sz="3000"/>
            </a:lvl1pPr>
          </a:lstStyle>
          <a:p>
            <a:pPr/>
            <a:r>
              <a:t>Subhead</a:t>
            </a:r>
          </a:p>
        </p:txBody>
      </p:sp>
      <p:sp>
        <p:nvSpPr>
          <p:cNvPr id="167" name="Text Placeholder 2"/>
          <p:cNvSpPr/>
          <p:nvPr>
            <p:ph type="body" sz="quarter" idx="23"/>
          </p:nvPr>
        </p:nvSpPr>
        <p:spPr>
          <a:xfrm>
            <a:off x="6146236" y="2785267"/>
            <a:ext cx="4876418" cy="2155444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8" name="Footer background"/>
          <p:cNvSpPr/>
          <p:nvPr/>
        </p:nvSpPr>
        <p:spPr>
          <a:xfrm>
            <a:off x="-1" y="6245412"/>
            <a:ext cx="12187068" cy="612589"/>
          </a:xfrm>
          <a:prstGeom prst="rect">
            <a:avLst/>
          </a:prstGeom>
          <a:solidFill>
            <a:srgbClr val="13294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Department/Unit name Placeholder"/>
          <p:cNvSpPr/>
          <p:nvPr>
            <p:ph type="body" sz="quarter" idx="24" hasCustomPrompt="1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</p:spPr>
        <p:txBody>
          <a:bodyPr anchor="ctr"/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DEPARTMENT/UNIT NAME</a:t>
            </a:r>
          </a:p>
        </p:txBody>
      </p:sp>
      <p:sp>
        <p:nvSpPr>
          <p:cNvPr id="1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78" name="Body Level One…"/>
          <p:cNvSpPr txBox="1"/>
          <p:nvPr>
            <p:ph type="body" sz="quarter" idx="1" hasCustomPrompt="1"/>
          </p:nvPr>
        </p:nvSpPr>
        <p:spPr>
          <a:xfrm>
            <a:off x="654227" y="2009998"/>
            <a:ext cx="4876419" cy="7648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1pPr>
            <a:lvl2pPr marL="742950" indent="-285750"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2pPr>
            <a:lvl3pPr marL="1257300" indent="-342900"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3pPr>
            <a:lvl4pPr marL="1752600" indent="-381000"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4pPr>
            <a:lvl5pPr marL="2209800" indent="-381000"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5pPr>
          </a:lstStyle>
          <a:p>
            <a:pPr/>
            <a:r>
              <a:t>Subhead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79" name="Text Placeholder - left"/>
          <p:cNvSpPr/>
          <p:nvPr>
            <p:ph type="body" sz="quarter" idx="21" hasCustomPrompt="1"/>
          </p:nvPr>
        </p:nvSpPr>
        <p:spPr>
          <a:xfrm>
            <a:off x="651080" y="2774950"/>
            <a:ext cx="4876419" cy="2668589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Courier New"/>
              <a:buChar char="o"/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Click to add text
Second level
Third level
Fourth level
Fifth level</a:t>
            </a:r>
          </a:p>
        </p:txBody>
      </p:sp>
      <p:sp>
        <p:nvSpPr>
          <p:cNvPr id="180" name="Subhead Placeholder - right"/>
          <p:cNvSpPr/>
          <p:nvPr>
            <p:ph type="body" sz="quarter" idx="22" hasCustomPrompt="1"/>
          </p:nvPr>
        </p:nvSpPr>
        <p:spPr>
          <a:xfrm>
            <a:off x="6148001" y="2009998"/>
            <a:ext cx="4876418" cy="7648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70000"/>
              </a:lnSpc>
              <a:defRPr b="1" sz="3000"/>
            </a:lvl1pPr>
          </a:lstStyle>
          <a:p>
            <a:pPr/>
            <a:r>
              <a:t>Subhead</a:t>
            </a:r>
          </a:p>
        </p:txBody>
      </p:sp>
      <p:sp>
        <p:nvSpPr>
          <p:cNvPr id="181" name="Text Placeholder -right"/>
          <p:cNvSpPr/>
          <p:nvPr>
            <p:ph type="body" sz="quarter" idx="23" hasCustomPrompt="1"/>
          </p:nvPr>
        </p:nvSpPr>
        <p:spPr>
          <a:xfrm>
            <a:off x="6144855" y="2774796"/>
            <a:ext cx="4876418" cy="2668589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Courier New"/>
              <a:buChar char="o"/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Click to add text
Second level
Third level
Fourth level
Fifth level</a:t>
            </a:r>
          </a:p>
        </p:txBody>
      </p:sp>
      <p:sp>
        <p:nvSpPr>
          <p:cNvPr id="182" name="Department/unit name Placeholder"/>
          <p:cNvSpPr/>
          <p:nvPr>
            <p:ph type="body" sz="quarter" idx="24" hasCustomPrompt="1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</p:spPr>
        <p:txBody>
          <a:bodyPr anchor="ctr"/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DEPARTMENT/UNIT NAME</a:t>
            </a:r>
          </a:p>
        </p:txBody>
      </p:sp>
      <p:sp>
        <p:nvSpPr>
          <p:cNvPr id="18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Block I" descr="Block I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14691" y="277803"/>
            <a:ext cx="516233" cy="745670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Large Quote"/>
          <p:cNvSpPr txBox="1"/>
          <p:nvPr>
            <p:ph type="title" hasCustomPrompt="1"/>
          </p:nvPr>
        </p:nvSpPr>
        <p:spPr>
          <a:xfrm>
            <a:off x="3051180" y="1291651"/>
            <a:ext cx="6189489" cy="807793"/>
          </a:xfrm>
          <a:prstGeom prst="rect">
            <a:avLst/>
          </a:prstGeom>
        </p:spPr>
        <p:txBody>
          <a:bodyPr/>
          <a:lstStyle/>
          <a:p>
            <a:pPr/>
            <a:r>
              <a:t>Large Quote</a:t>
            </a:r>
          </a:p>
        </p:txBody>
      </p:sp>
      <p:sp>
        <p:nvSpPr>
          <p:cNvPr id="192" name="Quote 1 - left"/>
          <p:cNvSpPr txBox="1"/>
          <p:nvPr/>
        </p:nvSpPr>
        <p:spPr>
          <a:xfrm>
            <a:off x="2319530" y="1167967"/>
            <a:ext cx="1093183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9600">
                <a:solidFill>
                  <a:srgbClr val="FF5F05"/>
                </a:solidFill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193" name="Quote 1 - right"/>
          <p:cNvSpPr txBox="1"/>
          <p:nvPr/>
        </p:nvSpPr>
        <p:spPr>
          <a:xfrm>
            <a:off x="9186540" y="1185256"/>
            <a:ext cx="1093183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9600">
                <a:solidFill>
                  <a:srgbClr val="FF5F05"/>
                </a:solidFill>
              </a:defRPr>
            </a:lvl1pPr>
          </a:lstStyle>
          <a:p>
            <a:pPr/>
            <a:r>
              <a:t>”</a:t>
            </a:r>
          </a:p>
        </p:txBody>
      </p:sp>
      <p:sp>
        <p:nvSpPr>
          <p:cNvPr id="194" name="Body Level One…"/>
          <p:cNvSpPr txBox="1"/>
          <p:nvPr>
            <p:ph type="body" sz="quarter" idx="1" hasCustomPrompt="1"/>
          </p:nvPr>
        </p:nvSpPr>
        <p:spPr>
          <a:xfrm>
            <a:off x="7127192" y="2116732"/>
            <a:ext cx="2113475" cy="429882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70000"/>
              </a:lnSpc>
            </a:lvl1pPr>
            <a:lvl2pPr algn="r">
              <a:lnSpc>
                <a:spcPct val="70000"/>
              </a:lnSpc>
            </a:lvl2pPr>
            <a:lvl3pPr algn="r">
              <a:lnSpc>
                <a:spcPct val="70000"/>
              </a:lnSpc>
            </a:lvl3pPr>
            <a:lvl4pPr algn="r">
              <a:lnSpc>
                <a:spcPct val="70000"/>
              </a:lnSpc>
            </a:lvl4pPr>
            <a:lvl5pPr algn="r">
              <a:lnSpc>
                <a:spcPct val="70000"/>
              </a:lnSpc>
            </a:lvl5pPr>
          </a:lstStyle>
          <a:p>
            <a:pPr/>
            <a:r>
              <a:t>Author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95" name="Quote 2 - left"/>
          <p:cNvSpPr txBox="1"/>
          <p:nvPr/>
        </p:nvSpPr>
        <p:spPr>
          <a:xfrm>
            <a:off x="2319530" y="3477023"/>
            <a:ext cx="1093183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9600">
                <a:solidFill>
                  <a:srgbClr val="FF5F05"/>
                </a:solidFill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196" name="Quote 2 - right"/>
          <p:cNvSpPr txBox="1"/>
          <p:nvPr/>
        </p:nvSpPr>
        <p:spPr>
          <a:xfrm>
            <a:off x="9133986" y="3494311"/>
            <a:ext cx="1093183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9600">
                <a:solidFill>
                  <a:srgbClr val="FF5F05"/>
                </a:solidFill>
              </a:defRPr>
            </a:lvl1pPr>
          </a:lstStyle>
          <a:p>
            <a:pPr/>
            <a:r>
              <a:t>”</a:t>
            </a:r>
          </a:p>
        </p:txBody>
      </p:sp>
      <p:sp>
        <p:nvSpPr>
          <p:cNvPr id="197" name="Long Quote Placeholder"/>
          <p:cNvSpPr/>
          <p:nvPr>
            <p:ph type="body" sz="quarter" idx="21" hasCustomPrompt="1"/>
          </p:nvPr>
        </p:nvSpPr>
        <p:spPr>
          <a:xfrm>
            <a:off x="3060740" y="3501730"/>
            <a:ext cx="6179928" cy="1507249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70000"/>
              </a:lnSpc>
              <a:defRPr sz="2400"/>
            </a:lvl1pPr>
          </a:lstStyle>
          <a:p>
            <a:pPr/>
            <a:r>
              <a:t>Long Paragraph Quote </a:t>
            </a:r>
          </a:p>
        </p:txBody>
      </p:sp>
      <p:sp>
        <p:nvSpPr>
          <p:cNvPr id="198" name="Long Quote attribution Placeholder"/>
          <p:cNvSpPr/>
          <p:nvPr>
            <p:ph type="body" sz="quarter" idx="22" hasCustomPrompt="1"/>
          </p:nvPr>
        </p:nvSpPr>
        <p:spPr>
          <a:xfrm>
            <a:off x="7127192" y="5065124"/>
            <a:ext cx="2113475" cy="429881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70000"/>
              </a:lnSpc>
            </a:lvl1pPr>
          </a:lstStyle>
          <a:p>
            <a:pPr/>
            <a:r>
              <a:t>Author</a:t>
            </a:r>
          </a:p>
        </p:txBody>
      </p:sp>
      <p:sp>
        <p:nvSpPr>
          <p:cNvPr id="199" name="Footer Background"/>
          <p:cNvSpPr/>
          <p:nvPr/>
        </p:nvSpPr>
        <p:spPr>
          <a:xfrm>
            <a:off x="-1" y="6245412"/>
            <a:ext cx="12187068" cy="612589"/>
          </a:xfrm>
          <a:prstGeom prst="rect">
            <a:avLst/>
          </a:prstGeom>
          <a:solidFill>
            <a:srgbClr val="13294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Department/Unit name Placeholder"/>
          <p:cNvSpPr/>
          <p:nvPr>
            <p:ph type="body" sz="quarter" idx="23" hasCustomPrompt="1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</p:spPr>
        <p:txBody>
          <a:bodyPr anchor="ctr"/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DEPARTMENT/UNIT NAME</a:t>
            </a:r>
          </a:p>
        </p:txBody>
      </p:sp>
      <p:sp>
        <p:nvSpPr>
          <p:cNvPr id="2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Imag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itle Accent"/>
          <p:cNvSpPr/>
          <p:nvPr/>
        </p:nvSpPr>
        <p:spPr>
          <a:xfrm rot="5400000">
            <a:off x="8434" y="823598"/>
            <a:ext cx="1189820" cy="98239"/>
          </a:xfrm>
          <a:prstGeom prst="rect">
            <a:avLst/>
          </a:prstGeom>
          <a:solidFill>
            <a:srgbClr val="FF5F0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09" name="Block I" descr="Block I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14691" y="277803"/>
            <a:ext cx="516233" cy="745670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211" name="Picture Placeholder 1"/>
          <p:cNvSpPr/>
          <p:nvPr>
            <p:ph type="pic" sz="quarter" idx="21"/>
          </p:nvPr>
        </p:nvSpPr>
        <p:spPr>
          <a:xfrm>
            <a:off x="554037" y="1786687"/>
            <a:ext cx="4738689" cy="204293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12" name="Body Level One…"/>
          <p:cNvSpPr txBox="1"/>
          <p:nvPr>
            <p:ph type="body" sz="quarter" idx="1" hasCustomPrompt="1"/>
          </p:nvPr>
        </p:nvSpPr>
        <p:spPr>
          <a:xfrm>
            <a:off x="5477347" y="1786687"/>
            <a:ext cx="5547073" cy="7648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1pPr>
            <a:lvl2pPr marL="742950" indent="-285750"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2pPr>
            <a:lvl3pPr marL="1257300" indent="-342900"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3pPr>
            <a:lvl4pPr marL="1752600" indent="-381000"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4pPr>
            <a:lvl5pPr marL="2209800" indent="-381000"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5pPr>
          </a:lstStyle>
          <a:p>
            <a:pPr/>
            <a:r>
              <a:t>Subhead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13" name="Text Placeholder 1"/>
          <p:cNvSpPr/>
          <p:nvPr>
            <p:ph type="body" sz="quarter" idx="22"/>
          </p:nvPr>
        </p:nvSpPr>
        <p:spPr>
          <a:xfrm>
            <a:off x="5475582" y="2561956"/>
            <a:ext cx="5547074" cy="126766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4" name="Picture Placeholder 2"/>
          <p:cNvSpPr/>
          <p:nvPr>
            <p:ph type="pic" sz="quarter" idx="23"/>
          </p:nvPr>
        </p:nvSpPr>
        <p:spPr>
          <a:xfrm>
            <a:off x="552272" y="3924115"/>
            <a:ext cx="4738689" cy="204293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15" name="Subhead Placeholder 2"/>
          <p:cNvSpPr/>
          <p:nvPr>
            <p:ph type="body" sz="quarter" idx="24" hasCustomPrompt="1"/>
          </p:nvPr>
        </p:nvSpPr>
        <p:spPr>
          <a:xfrm>
            <a:off x="5475582" y="3924115"/>
            <a:ext cx="5547074" cy="7648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70000"/>
              </a:lnSpc>
              <a:defRPr b="1" sz="3000"/>
            </a:lvl1pPr>
          </a:lstStyle>
          <a:p>
            <a:pPr/>
            <a:r>
              <a:t>Subhead</a:t>
            </a:r>
          </a:p>
        </p:txBody>
      </p:sp>
      <p:sp>
        <p:nvSpPr>
          <p:cNvPr id="216" name="Text Placeholder 2"/>
          <p:cNvSpPr/>
          <p:nvPr>
            <p:ph type="body" sz="quarter" idx="25"/>
          </p:nvPr>
        </p:nvSpPr>
        <p:spPr>
          <a:xfrm>
            <a:off x="5473817" y="4699384"/>
            <a:ext cx="5547074" cy="126766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7" name="Footer background"/>
          <p:cNvSpPr/>
          <p:nvPr/>
        </p:nvSpPr>
        <p:spPr>
          <a:xfrm>
            <a:off x="-1" y="6245412"/>
            <a:ext cx="12187068" cy="612589"/>
          </a:xfrm>
          <a:prstGeom prst="rect">
            <a:avLst/>
          </a:prstGeom>
          <a:solidFill>
            <a:srgbClr val="13294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Department/Unit name Placeholder"/>
          <p:cNvSpPr/>
          <p:nvPr>
            <p:ph type="body" sz="quarter" idx="26" hasCustomPrompt="1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</p:spPr>
        <p:txBody>
          <a:bodyPr anchor="ctr"/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DEPARTMENT/UNIT NAME</a:t>
            </a:r>
          </a:p>
        </p:txBody>
      </p:sp>
      <p:sp>
        <p:nvSpPr>
          <p:cNvPr id="2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mag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227" name="Body Level One…"/>
          <p:cNvSpPr txBox="1"/>
          <p:nvPr>
            <p:ph type="body" sz="quarter" idx="1" hasCustomPrompt="1"/>
          </p:nvPr>
        </p:nvSpPr>
        <p:spPr>
          <a:xfrm>
            <a:off x="654227" y="1786687"/>
            <a:ext cx="5547073" cy="7648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1pPr>
            <a:lvl2pPr marL="742950" indent="-285750"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2pPr>
            <a:lvl3pPr marL="1257300" indent="-342900"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3pPr>
            <a:lvl4pPr marL="1752600" indent="-381000"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4pPr>
            <a:lvl5pPr marL="2209800" indent="-381000"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5pPr>
          </a:lstStyle>
          <a:p>
            <a:pPr/>
            <a:r>
              <a:t>Subhead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28" name="Text Placeholder 1"/>
          <p:cNvSpPr/>
          <p:nvPr>
            <p:ph type="body" sz="quarter" idx="21"/>
          </p:nvPr>
        </p:nvSpPr>
        <p:spPr>
          <a:xfrm>
            <a:off x="652462" y="2561956"/>
            <a:ext cx="5547074" cy="126766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9" name="Picture Placeholder 1"/>
          <p:cNvSpPr/>
          <p:nvPr>
            <p:ph type="pic" sz="quarter" idx="22"/>
          </p:nvPr>
        </p:nvSpPr>
        <p:spPr>
          <a:xfrm>
            <a:off x="6282202" y="1786687"/>
            <a:ext cx="4738689" cy="204293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30" name="Subhead Placeholder 2"/>
          <p:cNvSpPr/>
          <p:nvPr>
            <p:ph type="body" sz="quarter" idx="23" hasCustomPrompt="1"/>
          </p:nvPr>
        </p:nvSpPr>
        <p:spPr>
          <a:xfrm>
            <a:off x="652462" y="3924115"/>
            <a:ext cx="5547074" cy="7648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70000"/>
              </a:lnSpc>
              <a:defRPr b="1" sz="3000"/>
            </a:lvl1pPr>
          </a:lstStyle>
          <a:p>
            <a:pPr/>
            <a:r>
              <a:t>Subhead</a:t>
            </a:r>
          </a:p>
        </p:txBody>
      </p:sp>
      <p:sp>
        <p:nvSpPr>
          <p:cNvPr id="231" name="Text Placeholder 2"/>
          <p:cNvSpPr/>
          <p:nvPr>
            <p:ph type="body" sz="quarter" idx="24"/>
          </p:nvPr>
        </p:nvSpPr>
        <p:spPr>
          <a:xfrm>
            <a:off x="650697" y="4699384"/>
            <a:ext cx="5547074" cy="126766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2" name="Picture Placeholder 2"/>
          <p:cNvSpPr/>
          <p:nvPr>
            <p:ph type="pic" sz="quarter" idx="25"/>
          </p:nvPr>
        </p:nvSpPr>
        <p:spPr>
          <a:xfrm>
            <a:off x="6280437" y="3924115"/>
            <a:ext cx="4738689" cy="204293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33" name="Department/Unit name Placeholder"/>
          <p:cNvSpPr/>
          <p:nvPr>
            <p:ph type="body" sz="quarter" idx="26" hasCustomPrompt="1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</p:spPr>
        <p:txBody>
          <a:bodyPr anchor="ctr"/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DEPARTMENT/UNIT NAME</a:t>
            </a:r>
          </a:p>
        </p:txBody>
      </p:sp>
      <p:sp>
        <p:nvSpPr>
          <p:cNvPr id="2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Imag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Block I" descr="Block I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14691" y="277803"/>
            <a:ext cx="516233" cy="745670"/>
          </a:xfrm>
          <a:prstGeom prst="rect">
            <a:avLst/>
          </a:prstGeom>
          <a:ln w="12700">
            <a:miter lim="400000"/>
          </a:ln>
        </p:spPr>
      </p:pic>
      <p:sp>
        <p:nvSpPr>
          <p:cNvPr id="242" name="Title accent"/>
          <p:cNvSpPr/>
          <p:nvPr/>
        </p:nvSpPr>
        <p:spPr>
          <a:xfrm rot="5400000">
            <a:off x="8434" y="823598"/>
            <a:ext cx="1189820" cy="98239"/>
          </a:xfrm>
          <a:prstGeom prst="rect">
            <a:avLst/>
          </a:prstGeom>
          <a:solidFill>
            <a:srgbClr val="FF5F0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244" name="Picture Placeholder"/>
          <p:cNvSpPr/>
          <p:nvPr>
            <p:ph type="pic" sz="half" idx="21"/>
          </p:nvPr>
        </p:nvSpPr>
        <p:spPr>
          <a:xfrm>
            <a:off x="554037" y="1786687"/>
            <a:ext cx="4738689" cy="43222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45" name="Body Level One…"/>
          <p:cNvSpPr txBox="1"/>
          <p:nvPr>
            <p:ph type="body" sz="quarter" idx="1" hasCustomPrompt="1"/>
          </p:nvPr>
        </p:nvSpPr>
        <p:spPr>
          <a:xfrm>
            <a:off x="5477347" y="2717103"/>
            <a:ext cx="5547073" cy="7648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1pPr>
            <a:lvl2pPr marL="742950" indent="-285750"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2pPr>
            <a:lvl3pPr marL="1257300" indent="-342900"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3pPr>
            <a:lvl4pPr marL="1752600" indent="-381000"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4pPr>
            <a:lvl5pPr marL="2209800" indent="-381000">
              <a:lnSpc>
                <a:spcPct val="70000"/>
              </a:lnSpc>
              <a:defRPr b="1" sz="3000">
                <a:solidFill>
                  <a:srgbClr val="FF5F05"/>
                </a:solidFill>
              </a:defRPr>
            </a:lvl5pPr>
          </a:lstStyle>
          <a:p>
            <a:pPr/>
            <a:r>
              <a:t>Subhead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6" name="Text Placeholder"/>
          <p:cNvSpPr/>
          <p:nvPr>
            <p:ph type="body" sz="quarter" idx="22"/>
          </p:nvPr>
        </p:nvSpPr>
        <p:spPr>
          <a:xfrm>
            <a:off x="5475582" y="3492374"/>
            <a:ext cx="5547074" cy="126766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7" name="Footer background"/>
          <p:cNvSpPr/>
          <p:nvPr/>
        </p:nvSpPr>
        <p:spPr>
          <a:xfrm>
            <a:off x="-1" y="6245412"/>
            <a:ext cx="12187068" cy="612589"/>
          </a:xfrm>
          <a:prstGeom prst="rect">
            <a:avLst/>
          </a:prstGeom>
          <a:solidFill>
            <a:srgbClr val="13294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Department/Unit name Placeholder"/>
          <p:cNvSpPr/>
          <p:nvPr>
            <p:ph type="body" sz="quarter" idx="23" hasCustomPrompt="1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</p:spPr>
        <p:txBody>
          <a:bodyPr anchor="ctr"/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DEPARTMENT/UNIT NAME</a:t>
            </a:r>
          </a:p>
        </p:txBody>
      </p:sp>
      <p:sp>
        <p:nvSpPr>
          <p:cNvPr id="2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Imag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itle accent"/>
          <p:cNvSpPr/>
          <p:nvPr/>
        </p:nvSpPr>
        <p:spPr>
          <a:xfrm rot="5400000">
            <a:off x="8434" y="823598"/>
            <a:ext cx="1189820" cy="98239"/>
          </a:xfrm>
          <a:prstGeom prst="rect">
            <a:avLst/>
          </a:prstGeom>
          <a:solidFill>
            <a:srgbClr val="FF5F0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57" name="Block I" descr="Block I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15371" y="277803"/>
            <a:ext cx="516233" cy="745669"/>
          </a:xfrm>
          <a:prstGeom prst="rect">
            <a:avLst/>
          </a:prstGeom>
          <a:ln w="12700">
            <a:miter lim="400000"/>
          </a:ln>
        </p:spPr>
      </p:pic>
      <p:sp>
        <p:nvSpPr>
          <p:cNvPr id="258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259" name="Body Level One…"/>
          <p:cNvSpPr txBox="1"/>
          <p:nvPr>
            <p:ph type="body" sz="quarter" idx="1" hasCustomPrompt="1"/>
          </p:nvPr>
        </p:nvSpPr>
        <p:spPr>
          <a:xfrm>
            <a:off x="652462" y="2717103"/>
            <a:ext cx="5547073" cy="7648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70000"/>
              </a:lnSpc>
              <a:defRPr b="1" sz="3000"/>
            </a:lvl1pPr>
            <a:lvl2pPr marL="742950" indent="-285750">
              <a:lnSpc>
                <a:spcPct val="70000"/>
              </a:lnSpc>
              <a:defRPr b="1" sz="3000"/>
            </a:lvl2pPr>
            <a:lvl3pPr marL="1257300" indent="-342900">
              <a:lnSpc>
                <a:spcPct val="70000"/>
              </a:lnSpc>
              <a:defRPr b="1" sz="3000"/>
            </a:lvl3pPr>
            <a:lvl4pPr marL="1752600" indent="-381000">
              <a:lnSpc>
                <a:spcPct val="70000"/>
              </a:lnSpc>
              <a:defRPr b="1" sz="3000"/>
            </a:lvl4pPr>
            <a:lvl5pPr marL="2209800" indent="-381000">
              <a:lnSpc>
                <a:spcPct val="70000"/>
              </a:lnSpc>
              <a:defRPr b="1" sz="3000"/>
            </a:lvl5pPr>
          </a:lstStyle>
          <a:p>
            <a:pPr/>
            <a:r>
              <a:t>Subhead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60" name="Text Placeholder"/>
          <p:cNvSpPr/>
          <p:nvPr>
            <p:ph type="body" sz="quarter" idx="21"/>
          </p:nvPr>
        </p:nvSpPr>
        <p:spPr>
          <a:xfrm>
            <a:off x="650697" y="3492374"/>
            <a:ext cx="5547074" cy="126766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1" name="Picture Placeholder"/>
          <p:cNvSpPr/>
          <p:nvPr>
            <p:ph type="pic" sz="half" idx="22"/>
          </p:nvPr>
        </p:nvSpPr>
        <p:spPr>
          <a:xfrm>
            <a:off x="6283967" y="1786687"/>
            <a:ext cx="4738689" cy="43222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62" name="Footer background"/>
          <p:cNvSpPr/>
          <p:nvPr/>
        </p:nvSpPr>
        <p:spPr>
          <a:xfrm>
            <a:off x="-1" y="6245412"/>
            <a:ext cx="12187068" cy="612589"/>
          </a:xfrm>
          <a:prstGeom prst="rect">
            <a:avLst/>
          </a:prstGeom>
          <a:solidFill>
            <a:srgbClr val="13294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3" name="Department/Unit name Placeholder"/>
          <p:cNvSpPr/>
          <p:nvPr>
            <p:ph type="body" sz="quarter" idx="23" hasCustomPrompt="1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</p:spPr>
        <p:txBody>
          <a:bodyPr anchor="ctr"/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DEPARTMENT/UNIT NAME</a:t>
            </a:r>
          </a:p>
        </p:txBody>
      </p:sp>
      <p:sp>
        <p:nvSpPr>
          <p:cNvPr id="2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mag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Body Level One…"/>
          <p:cNvSpPr txBox="1"/>
          <p:nvPr>
            <p:ph type="body" sz="quarter" idx="1" hasCustomPrompt="1"/>
          </p:nvPr>
        </p:nvSpPr>
        <p:spPr>
          <a:xfrm>
            <a:off x="654227" y="277803"/>
            <a:ext cx="10370193" cy="1189821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70000"/>
              </a:lnSpc>
              <a:defRPr b="1" sz="3200"/>
            </a:lvl1pPr>
            <a:lvl2pPr marL="762000" indent="-304800">
              <a:lnSpc>
                <a:spcPct val="70000"/>
              </a:lnSpc>
              <a:defRPr b="1" sz="3200"/>
            </a:lvl2pPr>
            <a:lvl3pPr marL="1280160" indent="-365760">
              <a:lnSpc>
                <a:spcPct val="70000"/>
              </a:lnSpc>
              <a:defRPr b="1" sz="3200"/>
            </a:lvl3pPr>
            <a:lvl4pPr marL="1778000" indent="-406400">
              <a:lnSpc>
                <a:spcPct val="70000"/>
              </a:lnSpc>
              <a:defRPr b="1" sz="3200"/>
            </a:lvl4pPr>
            <a:lvl5pPr marL="2235200" indent="-406400">
              <a:lnSpc>
                <a:spcPct val="70000"/>
              </a:lnSpc>
              <a:defRPr b="1" sz="3200"/>
            </a:lvl5pPr>
          </a:lstStyle>
          <a:p>
            <a:pPr/>
            <a:r>
              <a:t>Slide 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72" name="Picture Placeholder"/>
          <p:cNvSpPr/>
          <p:nvPr>
            <p:ph type="pic" idx="21"/>
          </p:nvPr>
        </p:nvSpPr>
        <p:spPr>
          <a:xfrm>
            <a:off x="650697" y="1578560"/>
            <a:ext cx="10371958" cy="387525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73" name="Text Placeholder"/>
          <p:cNvSpPr/>
          <p:nvPr>
            <p:ph type="body" sz="quarter" idx="22"/>
          </p:nvPr>
        </p:nvSpPr>
        <p:spPr>
          <a:xfrm>
            <a:off x="654689" y="5590340"/>
            <a:ext cx="10367965" cy="61258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4" name="Department/Unit name Placeholder"/>
          <p:cNvSpPr/>
          <p:nvPr>
            <p:ph type="body" sz="quarter" idx="23" hasCustomPrompt="1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</p:spPr>
        <p:txBody>
          <a:bodyPr anchor="ctr"/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DEPARTMENT/UNIT NAME</a:t>
            </a:r>
          </a:p>
        </p:txBody>
      </p:sp>
      <p:sp>
        <p:nvSpPr>
          <p:cNvPr id="2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Image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Body Level One…"/>
          <p:cNvSpPr txBox="1"/>
          <p:nvPr>
            <p:ph type="body" sz="quarter" idx="1" hasCustomPrompt="1"/>
          </p:nvPr>
        </p:nvSpPr>
        <p:spPr>
          <a:xfrm>
            <a:off x="7679104" y="2391179"/>
            <a:ext cx="4187901" cy="7648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70000"/>
              </a:lnSpc>
              <a:defRPr b="1" sz="3000">
                <a:solidFill>
                  <a:srgbClr val="FFFFFF"/>
                </a:solidFill>
              </a:defRPr>
            </a:lvl1pPr>
            <a:lvl2pPr marL="742950" indent="-285750">
              <a:lnSpc>
                <a:spcPct val="70000"/>
              </a:lnSpc>
              <a:defRPr b="1" sz="3000">
                <a:solidFill>
                  <a:srgbClr val="FFFFFF"/>
                </a:solidFill>
              </a:defRPr>
            </a:lvl2pPr>
            <a:lvl3pPr marL="1257300" indent="-342900">
              <a:lnSpc>
                <a:spcPct val="70000"/>
              </a:lnSpc>
              <a:defRPr b="1" sz="3000">
                <a:solidFill>
                  <a:srgbClr val="FFFFFF"/>
                </a:solidFill>
              </a:defRPr>
            </a:lvl3pPr>
            <a:lvl4pPr marL="1752600" indent="-381000">
              <a:lnSpc>
                <a:spcPct val="70000"/>
              </a:lnSpc>
              <a:defRPr b="1" sz="3000">
                <a:solidFill>
                  <a:srgbClr val="FFFFFF"/>
                </a:solidFill>
              </a:defRPr>
            </a:lvl4pPr>
            <a:lvl5pPr marL="2209800" indent="-381000">
              <a:lnSpc>
                <a:spcPct val="70000"/>
              </a:lnSpc>
              <a:defRPr b="1" sz="3000">
                <a:solidFill>
                  <a:srgbClr val="FFFFFF"/>
                </a:solidFill>
              </a:defRPr>
            </a:lvl5pPr>
          </a:lstStyle>
          <a:p>
            <a:pPr/>
            <a:r>
              <a:t>Subhead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83" name="Text Placeholder"/>
          <p:cNvSpPr/>
          <p:nvPr>
            <p:ph type="body" sz="quarter" idx="21"/>
          </p:nvPr>
        </p:nvSpPr>
        <p:spPr>
          <a:xfrm>
            <a:off x="7677339" y="3166448"/>
            <a:ext cx="4187901" cy="1267661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Footer background"/>
          <p:cNvSpPr/>
          <p:nvPr/>
        </p:nvSpPr>
        <p:spPr>
          <a:xfrm>
            <a:off x="-1" y="6245412"/>
            <a:ext cx="12187068" cy="612589"/>
          </a:xfrm>
          <a:prstGeom prst="rect">
            <a:avLst/>
          </a:prstGeom>
          <a:solidFill>
            <a:srgbClr val="13294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Department/Unit name Placeholder"/>
          <p:cNvSpPr/>
          <p:nvPr>
            <p:ph type="body" sz="quarter" idx="22" hasCustomPrompt="1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</p:spPr>
        <p:txBody>
          <a:bodyPr anchor="ctr"/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DEPARTMENT/UNIT NAME</a:t>
            </a:r>
          </a:p>
        </p:txBody>
      </p:sp>
      <p:sp>
        <p:nvSpPr>
          <p:cNvPr id="2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Image 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Block I" descr="Block I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14691" y="277803"/>
            <a:ext cx="516233" cy="745670"/>
          </a:xfrm>
          <a:prstGeom prst="rect">
            <a:avLst/>
          </a:prstGeom>
          <a:ln w="12700">
            <a:miter lim="400000"/>
          </a:ln>
        </p:spPr>
      </p:pic>
      <p:sp>
        <p:nvSpPr>
          <p:cNvPr id="294" name="Body Level One…"/>
          <p:cNvSpPr txBox="1"/>
          <p:nvPr>
            <p:ph type="body" sz="quarter" idx="1" hasCustomPrompt="1"/>
          </p:nvPr>
        </p:nvSpPr>
        <p:spPr>
          <a:xfrm>
            <a:off x="2248247" y="4070491"/>
            <a:ext cx="7695507" cy="7648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70000"/>
              </a:lnSpc>
              <a:defRPr b="1" sz="3000">
                <a:solidFill>
                  <a:srgbClr val="FFFFFF"/>
                </a:solidFill>
              </a:defRPr>
            </a:lvl1pPr>
            <a:lvl2pPr marL="742950" indent="-285750" algn="ctr">
              <a:lnSpc>
                <a:spcPct val="70000"/>
              </a:lnSpc>
              <a:defRPr b="1" sz="3000">
                <a:solidFill>
                  <a:srgbClr val="FFFFFF"/>
                </a:solidFill>
              </a:defRPr>
            </a:lvl2pPr>
            <a:lvl3pPr marL="1257300" indent="-342900" algn="ctr">
              <a:lnSpc>
                <a:spcPct val="70000"/>
              </a:lnSpc>
              <a:defRPr b="1" sz="3000">
                <a:solidFill>
                  <a:srgbClr val="FFFFFF"/>
                </a:solidFill>
              </a:defRPr>
            </a:lvl3pPr>
            <a:lvl4pPr marL="1752600" indent="-381000" algn="ctr">
              <a:lnSpc>
                <a:spcPct val="70000"/>
              </a:lnSpc>
              <a:defRPr b="1" sz="3000">
                <a:solidFill>
                  <a:srgbClr val="FFFFFF"/>
                </a:solidFill>
              </a:defRPr>
            </a:lvl4pPr>
            <a:lvl5pPr marL="2209800" indent="-381000" algn="ctr">
              <a:lnSpc>
                <a:spcPct val="70000"/>
              </a:lnSpc>
              <a:defRPr b="1" sz="3000">
                <a:solidFill>
                  <a:srgbClr val="FFFFFF"/>
                </a:solidFill>
              </a:defRPr>
            </a:lvl5pPr>
          </a:lstStyle>
          <a:p>
            <a:pPr/>
            <a:r>
              <a:t>Subhead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95" name="Text Placeholder"/>
          <p:cNvSpPr/>
          <p:nvPr>
            <p:ph type="body" sz="quarter" idx="21"/>
          </p:nvPr>
        </p:nvSpPr>
        <p:spPr>
          <a:xfrm>
            <a:off x="2248246" y="4980066"/>
            <a:ext cx="7695508" cy="612589"/>
          </a:xfrm>
          <a:prstGeom prst="rect">
            <a:avLst/>
          </a:prstGeom>
        </p:spPr>
        <p:txBody>
          <a:bodyPr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Department/Unit name Placeholder"/>
          <p:cNvSpPr/>
          <p:nvPr>
            <p:ph type="body" sz="quarter" idx="22" hasCustomPrompt="1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</p:spPr>
        <p:txBody>
          <a:bodyPr anchor="ctr"/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DEPARTMENT/UNIT NAME</a:t>
            </a:r>
          </a:p>
        </p:txBody>
      </p:sp>
      <p:sp>
        <p:nvSpPr>
          <p:cNvPr id="2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Graph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itle accent"/>
          <p:cNvSpPr/>
          <p:nvPr/>
        </p:nvSpPr>
        <p:spPr>
          <a:xfrm rot="5400000">
            <a:off x="8434" y="823598"/>
            <a:ext cx="1189820" cy="98239"/>
          </a:xfrm>
          <a:prstGeom prst="rect">
            <a:avLst/>
          </a:prstGeom>
          <a:solidFill>
            <a:srgbClr val="FF5F0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05" name="Block I" descr="Block I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14691" y="277803"/>
            <a:ext cx="516233" cy="745671"/>
          </a:xfrm>
          <a:prstGeom prst="rect">
            <a:avLst/>
          </a:prstGeom>
          <a:ln w="12700">
            <a:miter lim="400000"/>
          </a:ln>
        </p:spPr>
      </p:pic>
      <p:sp>
        <p:nvSpPr>
          <p:cNvPr id="306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307" name="Footer background"/>
          <p:cNvSpPr/>
          <p:nvPr/>
        </p:nvSpPr>
        <p:spPr>
          <a:xfrm>
            <a:off x="-1" y="6245412"/>
            <a:ext cx="12187068" cy="612589"/>
          </a:xfrm>
          <a:prstGeom prst="rect">
            <a:avLst/>
          </a:prstGeom>
          <a:solidFill>
            <a:srgbClr val="13294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8" name="Body Level One…"/>
          <p:cNvSpPr txBox="1"/>
          <p:nvPr>
            <p:ph type="body" sz="quarter" idx="1" hasCustomPrompt="1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</p:spPr>
        <p:txBody>
          <a:bodyPr anchor="ctr"/>
          <a:lstStyle>
            <a:lvl1pPr>
              <a:defRPr b="1" sz="1200">
                <a:solidFill>
                  <a:srgbClr val="FFFFFF"/>
                </a:solidFill>
              </a:defRPr>
            </a:lvl1pPr>
            <a:lvl2pPr marL="571500" indent="-114300">
              <a:defRPr b="1" sz="1200">
                <a:solidFill>
                  <a:srgbClr val="FFFFFF"/>
                </a:solidFill>
              </a:defRPr>
            </a:lvl2pPr>
            <a:lvl3pPr marL="1051560" indent="-137160">
              <a:defRPr b="1" sz="1200">
                <a:solidFill>
                  <a:srgbClr val="FFFFFF"/>
                </a:solidFill>
              </a:defRPr>
            </a:lvl3pPr>
            <a:lvl4pPr marL="1524000" indent="-152400">
              <a:defRPr b="1" sz="1200">
                <a:solidFill>
                  <a:srgbClr val="FFFFFF"/>
                </a:solidFill>
              </a:defRPr>
            </a:lvl4pPr>
            <a:lvl5pPr marL="1981200" indent="-152400">
              <a:defRPr b="1" sz="1200">
                <a:solidFill>
                  <a:srgbClr val="FFFFFF"/>
                </a:solidFill>
              </a:defRPr>
            </a:lvl5pPr>
          </a:lstStyle>
          <a:p>
            <a:pPr/>
            <a:r>
              <a:t>DEPARTMENT/UNIT NAME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0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hank You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784"/>
            <a:ext cx="12192000" cy="6854431"/>
          </a:xfrm>
          <a:prstGeom prst="rect">
            <a:avLst/>
          </a:prstGeom>
          <a:ln w="12700">
            <a:miter lim="400000"/>
          </a:ln>
        </p:spPr>
      </p:pic>
      <p:sp>
        <p:nvSpPr>
          <p:cNvPr id="317" name="Thank You"/>
          <p:cNvSpPr txBox="1"/>
          <p:nvPr>
            <p:ph type="title" hasCustomPrompt="1"/>
          </p:nvPr>
        </p:nvSpPr>
        <p:spPr>
          <a:xfrm>
            <a:off x="1610698" y="823863"/>
            <a:ext cx="8981221" cy="1107048"/>
          </a:xfrm>
          <a:prstGeom prst="rect">
            <a:avLst/>
          </a:prstGeom>
        </p:spPr>
        <p:txBody>
          <a:bodyPr/>
          <a:lstStyle>
            <a:lvl1pPr algn="ctr">
              <a:lnSpc>
                <a:spcPct val="90000"/>
              </a:lnSpc>
              <a:spcBef>
                <a:spcPts val="0"/>
              </a:spcBef>
              <a:defRPr sz="6000">
                <a:solidFill>
                  <a:srgbClr val="FFFFFF"/>
                </a:solidFill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318" name="Title Underscore"/>
          <p:cNvSpPr/>
          <p:nvPr/>
        </p:nvSpPr>
        <p:spPr>
          <a:xfrm>
            <a:off x="5455663" y="1930911"/>
            <a:ext cx="1275550" cy="141957"/>
          </a:xfrm>
          <a:prstGeom prst="rect">
            <a:avLst/>
          </a:prstGeom>
          <a:solidFill>
            <a:srgbClr val="FF5F0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19" name="Block I" descr="Block I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104605" y="277804"/>
            <a:ext cx="529475" cy="764796"/>
          </a:xfrm>
          <a:prstGeom prst="rect">
            <a:avLst/>
          </a:prstGeom>
          <a:ln w="12700">
            <a:miter lim="400000"/>
          </a:ln>
        </p:spPr>
      </p:pic>
      <p:sp>
        <p:nvSpPr>
          <p:cNvPr id="320" name="Body Level One…"/>
          <p:cNvSpPr txBox="1"/>
          <p:nvPr>
            <p:ph type="body" sz="half" idx="1" hasCustomPrompt="1"/>
          </p:nvPr>
        </p:nvSpPr>
        <p:spPr>
          <a:xfrm>
            <a:off x="1610697" y="2328260"/>
            <a:ext cx="8981220" cy="2201479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50000"/>
              </a:lnSpc>
              <a:defRPr b="1" sz="3200">
                <a:solidFill>
                  <a:srgbClr val="FFFFFF"/>
                </a:solidFill>
              </a:defRPr>
            </a:lvl1pPr>
            <a:lvl2pPr marL="762000" indent="-304800" algn="ctr">
              <a:lnSpc>
                <a:spcPct val="150000"/>
              </a:lnSpc>
              <a:defRPr b="1" sz="3200">
                <a:solidFill>
                  <a:srgbClr val="FFFFFF"/>
                </a:solidFill>
              </a:defRPr>
            </a:lvl2pPr>
            <a:lvl3pPr marL="1280160" indent="-365760" algn="ctr">
              <a:lnSpc>
                <a:spcPct val="150000"/>
              </a:lnSpc>
              <a:defRPr b="1" sz="3200">
                <a:solidFill>
                  <a:srgbClr val="FFFFFF"/>
                </a:solidFill>
              </a:defRPr>
            </a:lvl3pPr>
            <a:lvl4pPr marL="1778000" indent="-406400" algn="ctr">
              <a:lnSpc>
                <a:spcPct val="150000"/>
              </a:lnSpc>
              <a:defRPr b="1" sz="3200">
                <a:solidFill>
                  <a:srgbClr val="FFFFFF"/>
                </a:solidFill>
              </a:defRPr>
            </a:lvl4pPr>
            <a:lvl5pPr marL="2235200" indent="-406400" algn="ctr">
              <a:lnSpc>
                <a:spcPct val="150000"/>
              </a:lnSpc>
              <a:defRPr b="1" sz="3200">
                <a:solidFill>
                  <a:srgbClr val="FFFFFF"/>
                </a:solidFill>
              </a:defRPr>
            </a:lvl5pPr>
          </a:lstStyle>
          <a:p>
            <a:pPr/>
            <a:r>
              <a:t>Questions/Contact/Information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21" name="Text Placeholder 2"/>
          <p:cNvSpPr/>
          <p:nvPr>
            <p:ph type="body" sz="quarter" idx="21"/>
          </p:nvPr>
        </p:nvSpPr>
        <p:spPr>
          <a:xfrm>
            <a:off x="1610696" y="4952165"/>
            <a:ext cx="8981221" cy="796786"/>
          </a:xfrm>
          <a:prstGeom prst="rect">
            <a:avLst/>
          </a:prstGeom>
        </p:spPr>
        <p:txBody>
          <a:bodyPr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2" name="Department/Unit name Placeholder"/>
          <p:cNvSpPr/>
          <p:nvPr>
            <p:ph type="body" sz="quarter" idx="22" hasCustomPrompt="1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</p:spPr>
        <p:txBody>
          <a:bodyPr anchor="ctr"/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DEPARTMENT/UNIT NAME</a:t>
            </a:r>
          </a:p>
        </p:txBody>
      </p:sp>
      <p:sp>
        <p:nvSpPr>
          <p:cNvPr id="3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hank You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67" y="0"/>
            <a:ext cx="12187067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31" name="Thank You"/>
          <p:cNvSpPr txBox="1"/>
          <p:nvPr>
            <p:ph type="title" hasCustomPrompt="1"/>
          </p:nvPr>
        </p:nvSpPr>
        <p:spPr>
          <a:xfrm>
            <a:off x="1610698" y="823863"/>
            <a:ext cx="8981221" cy="1107048"/>
          </a:xfrm>
          <a:prstGeom prst="rect">
            <a:avLst/>
          </a:prstGeom>
        </p:spPr>
        <p:txBody>
          <a:bodyPr/>
          <a:lstStyle>
            <a:lvl1pPr algn="ctr">
              <a:lnSpc>
                <a:spcPct val="90000"/>
              </a:lnSpc>
              <a:spcBef>
                <a:spcPts val="0"/>
              </a:spcBef>
              <a:defRPr sz="6000">
                <a:solidFill>
                  <a:srgbClr val="FFFFFF"/>
                </a:solidFill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332" name="Title Underscore"/>
          <p:cNvSpPr/>
          <p:nvPr/>
        </p:nvSpPr>
        <p:spPr>
          <a:xfrm>
            <a:off x="5455663" y="1930911"/>
            <a:ext cx="1275550" cy="141957"/>
          </a:xfrm>
          <a:prstGeom prst="rect">
            <a:avLst/>
          </a:prstGeom>
          <a:solidFill>
            <a:srgbClr val="13294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33" name="Block I" descr="Block I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98275" y="277803"/>
            <a:ext cx="528576" cy="764799"/>
          </a:xfrm>
          <a:prstGeom prst="rect">
            <a:avLst/>
          </a:prstGeom>
          <a:ln w="12700">
            <a:miter lim="400000"/>
          </a:ln>
        </p:spPr>
      </p:pic>
      <p:sp>
        <p:nvSpPr>
          <p:cNvPr id="334" name="Body Level One…"/>
          <p:cNvSpPr txBox="1"/>
          <p:nvPr>
            <p:ph type="body" sz="half" idx="1" hasCustomPrompt="1"/>
          </p:nvPr>
        </p:nvSpPr>
        <p:spPr>
          <a:xfrm>
            <a:off x="1610697" y="2328260"/>
            <a:ext cx="8981220" cy="2201479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50000"/>
              </a:lnSpc>
              <a:defRPr b="1" sz="3200">
                <a:solidFill>
                  <a:srgbClr val="FFFFFF"/>
                </a:solidFill>
              </a:defRPr>
            </a:lvl1pPr>
            <a:lvl2pPr marL="762000" indent="-304800" algn="ctr">
              <a:lnSpc>
                <a:spcPct val="150000"/>
              </a:lnSpc>
              <a:defRPr b="1" sz="3200">
                <a:solidFill>
                  <a:srgbClr val="FFFFFF"/>
                </a:solidFill>
              </a:defRPr>
            </a:lvl2pPr>
            <a:lvl3pPr marL="1280160" indent="-365760" algn="ctr">
              <a:lnSpc>
                <a:spcPct val="150000"/>
              </a:lnSpc>
              <a:defRPr b="1" sz="3200">
                <a:solidFill>
                  <a:srgbClr val="FFFFFF"/>
                </a:solidFill>
              </a:defRPr>
            </a:lvl3pPr>
            <a:lvl4pPr marL="1778000" indent="-406400" algn="ctr">
              <a:lnSpc>
                <a:spcPct val="150000"/>
              </a:lnSpc>
              <a:defRPr b="1" sz="3200">
                <a:solidFill>
                  <a:srgbClr val="FFFFFF"/>
                </a:solidFill>
              </a:defRPr>
            </a:lvl4pPr>
            <a:lvl5pPr marL="2235200" indent="-406400" algn="ctr">
              <a:lnSpc>
                <a:spcPct val="150000"/>
              </a:lnSpc>
              <a:defRPr b="1" sz="3200">
                <a:solidFill>
                  <a:srgbClr val="FFFFFF"/>
                </a:solidFill>
              </a:defRPr>
            </a:lvl5pPr>
          </a:lstStyle>
          <a:p>
            <a:pPr/>
            <a:r>
              <a:t>Questions/Contact/Information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35" name="Text Placeholder 2"/>
          <p:cNvSpPr/>
          <p:nvPr>
            <p:ph type="body" sz="quarter" idx="21"/>
          </p:nvPr>
        </p:nvSpPr>
        <p:spPr>
          <a:xfrm>
            <a:off x="1610696" y="4952165"/>
            <a:ext cx="8981221" cy="796786"/>
          </a:xfrm>
          <a:prstGeom prst="rect">
            <a:avLst/>
          </a:prstGeom>
        </p:spPr>
        <p:txBody>
          <a:bodyPr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6" name="Department/Unit name Placeholder"/>
          <p:cNvSpPr/>
          <p:nvPr>
            <p:ph type="body" sz="quarter" idx="22" hasCustomPrompt="1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</p:spPr>
        <p:txBody>
          <a:bodyPr anchor="ctr"/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DEPARTMENT/UNIT NAME</a:t>
            </a:r>
          </a:p>
        </p:txBody>
      </p:sp>
      <p:sp>
        <p:nvSpPr>
          <p:cNvPr id="3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losing 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784"/>
            <a:ext cx="12192000" cy="6854431"/>
          </a:xfrm>
          <a:prstGeom prst="rect">
            <a:avLst/>
          </a:prstGeom>
          <a:ln w="12700">
            <a:miter lim="400000"/>
          </a:ln>
        </p:spPr>
      </p:pic>
      <p:sp>
        <p:nvSpPr>
          <p:cNvPr id="345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losing 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67" y="0"/>
            <a:ext cx="12187067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53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losing Ar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Background" descr="Background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66" y="693"/>
            <a:ext cx="12189533" cy="6856613"/>
          </a:xfrm>
          <a:prstGeom prst="rect">
            <a:avLst/>
          </a:prstGeom>
          <a:ln w="12700">
            <a:miter lim="400000"/>
          </a:ln>
        </p:spPr>
      </p:pic>
      <p:sp>
        <p:nvSpPr>
          <p:cNvPr id="361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losing Ar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Background" descr="Background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38" y="3172"/>
            <a:ext cx="12180722" cy="6851657"/>
          </a:xfrm>
          <a:prstGeom prst="rect">
            <a:avLst/>
          </a:prstGeom>
          <a:ln w="12700">
            <a:miter lim="400000"/>
          </a:ln>
        </p:spPr>
      </p:pic>
      <p:sp>
        <p:nvSpPr>
          <p:cNvPr id="369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28.xml"/><Relationship Id="rId31" Type="http://schemas.openxmlformats.org/officeDocument/2006/relationships/slideLayout" Target="../slideLayouts/slideLayout2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 rot="5400000">
            <a:off x="8434" y="823598"/>
            <a:ext cx="1189820" cy="98239"/>
          </a:xfrm>
          <a:prstGeom prst="rect">
            <a:avLst/>
          </a:prstGeom>
          <a:solidFill>
            <a:srgbClr val="FF5F0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" name="Block I" descr="Block I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14691" y="277803"/>
            <a:ext cx="516233" cy="74567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Footer background"/>
          <p:cNvSpPr/>
          <p:nvPr/>
        </p:nvSpPr>
        <p:spPr>
          <a:xfrm>
            <a:off x="-1" y="6245412"/>
            <a:ext cx="12187068" cy="612589"/>
          </a:xfrm>
          <a:prstGeom prst="rect">
            <a:avLst/>
          </a:prstGeom>
          <a:solidFill>
            <a:srgbClr val="13294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Slide Title"/>
          <p:cNvSpPr txBox="1"/>
          <p:nvPr>
            <p:ph type="title" hasCustomPrompt="1"/>
          </p:nvPr>
        </p:nvSpPr>
        <p:spPr>
          <a:xfrm>
            <a:off x="652462" y="276575"/>
            <a:ext cx="10370192" cy="118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6" name="Body Level One…"/>
          <p:cNvSpPr txBox="1"/>
          <p:nvPr>
            <p:ph type="body" idx="1"/>
          </p:nvPr>
        </p:nvSpPr>
        <p:spPr>
          <a:xfrm>
            <a:off x="652462" y="1795748"/>
            <a:ext cx="10370192" cy="4120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" name="Slide Number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b="1" sz="12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7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13294B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914400" rtl="0" latinLnBrk="0">
        <a:lnSpc>
          <a:spcPct val="7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13294B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914400" rtl="0" latinLnBrk="0">
        <a:lnSpc>
          <a:spcPct val="7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13294B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914400" rtl="0" latinLnBrk="0">
        <a:lnSpc>
          <a:spcPct val="7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13294B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914400" rtl="0" latinLnBrk="0">
        <a:lnSpc>
          <a:spcPct val="7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13294B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914400" rtl="0" latinLnBrk="0">
        <a:lnSpc>
          <a:spcPct val="7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13294B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914400" rtl="0" latinLnBrk="0">
        <a:lnSpc>
          <a:spcPct val="7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13294B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914400" rtl="0" latinLnBrk="0">
        <a:lnSpc>
          <a:spcPct val="7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13294B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914400" rtl="0" latinLnBrk="0">
        <a:lnSpc>
          <a:spcPct val="7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13294B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0" marR="0" indent="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rgbClr val="13294B"/>
          </a:solidFill>
          <a:uFillTx/>
          <a:latin typeface="+mj-lt"/>
          <a:ea typeface="+mj-ea"/>
          <a:cs typeface="+mj-cs"/>
          <a:sym typeface="Helvetica"/>
        </a:defRPr>
      </a:lvl1pPr>
      <a:lvl2pPr marL="647700" marR="0" indent="-1905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13294B"/>
          </a:solidFill>
          <a:uFillTx/>
          <a:latin typeface="+mj-lt"/>
          <a:ea typeface="+mj-ea"/>
          <a:cs typeface="+mj-cs"/>
          <a:sym typeface="Helvetica"/>
        </a:defRPr>
      </a:lvl2pPr>
      <a:lvl3pPr marL="11430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13294B"/>
          </a:solidFill>
          <a:uFillTx/>
          <a:latin typeface="+mj-lt"/>
          <a:ea typeface="+mj-ea"/>
          <a:cs typeface="+mj-cs"/>
          <a:sym typeface="Helvetica"/>
        </a:defRPr>
      </a:lvl3pPr>
      <a:lvl4pPr marL="1625600" marR="0" indent="-2540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13294B"/>
          </a:solidFill>
          <a:uFillTx/>
          <a:latin typeface="+mj-lt"/>
          <a:ea typeface="+mj-ea"/>
          <a:cs typeface="+mj-cs"/>
          <a:sym typeface="Helvetica"/>
        </a:defRPr>
      </a:lvl4pPr>
      <a:lvl5pPr marL="2082800" marR="0" indent="-2540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13294B"/>
          </a:solidFill>
          <a:uFillTx/>
          <a:latin typeface="+mj-lt"/>
          <a:ea typeface="+mj-ea"/>
          <a:cs typeface="+mj-cs"/>
          <a:sym typeface="Helvetica"/>
        </a:defRPr>
      </a:lvl5pPr>
      <a:lvl6pPr marL="2540000" marR="0" indent="-2540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13294B"/>
          </a:solidFill>
          <a:uFillTx/>
          <a:latin typeface="+mj-lt"/>
          <a:ea typeface="+mj-ea"/>
          <a:cs typeface="+mj-cs"/>
          <a:sym typeface="Helvetica"/>
        </a:defRPr>
      </a:lvl6pPr>
      <a:lvl7pPr marL="2997200" marR="0" indent="-2540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13294B"/>
          </a:solidFill>
          <a:uFillTx/>
          <a:latin typeface="+mj-lt"/>
          <a:ea typeface="+mj-ea"/>
          <a:cs typeface="+mj-cs"/>
          <a:sym typeface="Helvetica"/>
        </a:defRPr>
      </a:lvl7pPr>
      <a:lvl8pPr marL="3454400" marR="0" indent="-2540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13294B"/>
          </a:solidFill>
          <a:uFillTx/>
          <a:latin typeface="+mj-lt"/>
          <a:ea typeface="+mj-ea"/>
          <a:cs typeface="+mj-cs"/>
          <a:sym typeface="Helvetica"/>
        </a:defRPr>
      </a:lvl8pPr>
      <a:lvl9pPr marL="3911600" marR="0" indent="-2540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13294B"/>
          </a:solidFill>
          <a:uFillTx/>
          <a:latin typeface="+mj-lt"/>
          <a:ea typeface="+mj-ea"/>
          <a:cs typeface="+mj-cs"/>
          <a:sym typeface="Helvetic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9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1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2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3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hyperlink" Target="https://doi.org/10.1007/978-3-031-35684-1_2" TargetMode="External"/><Relationship Id="rId3" Type="http://schemas.openxmlformats.org/officeDocument/2006/relationships/hyperlink" Target="https://doi.org/10.1016/j.euroecorev.2025.105077" TargetMode="External"/><Relationship Id="rId4" Type="http://schemas.openxmlformats.org/officeDocument/2006/relationships/hyperlink" Target="https://doi.org/10.3389/fsufs.2025.1648918" TargetMode="External"/><Relationship Id="rId5" Type="http://schemas.openxmlformats.org/officeDocument/2006/relationships/hyperlink" Target="https://doi.org/10.1111/twec.13534" TargetMode="External"/><Relationship Id="rId6" Type="http://schemas.openxmlformats.org/officeDocument/2006/relationships/hyperlink" Target="https://brightsky.dev/docs/#/" TargetMode="External"/><Relationship Id="rId7" Type="http://schemas.openxmlformats.org/officeDocument/2006/relationships/hyperlink" Target="http://www.energy-charts.info/" TargetMode="External"/><Relationship Id="rId8" Type="http://schemas.openxmlformats.org/officeDocument/2006/relationships/hyperlink" Target="https://doi.org/10.1016/j.ijforecast.2014.08.008" TargetMode="External"/><Relationship Id="rId9" Type="http://schemas.openxmlformats.org/officeDocument/2006/relationships/hyperlink" Target="https://doi.org/10.1109/tsp.2013.2288675" TargetMode="External"/><Relationship Id="rId10" Type="http://schemas.openxmlformats.org/officeDocument/2006/relationships/hyperlink" Target="https://doi.org/10.1098/rspa.1998.0193" TargetMode="Externa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hyperlink" Target="https://doi.org/10.1016/j.ijforecast.2019.03.017" TargetMode="External"/><Relationship Id="rId3" Type="http://schemas.openxmlformats.org/officeDocument/2006/relationships/hyperlink" Target="https://doi.org/10.1155/2020/8304903" TargetMode="External"/><Relationship Id="rId4" Type="http://schemas.openxmlformats.org/officeDocument/2006/relationships/hyperlink" Target="https://doi.org/10.48550/arxiv.1803.01271" TargetMode="External"/><Relationship Id="rId5" Type="http://schemas.openxmlformats.org/officeDocument/2006/relationships/hyperlink" Target="https://doi.org/10.1109/cvpr.2017.113" TargetMode="External"/><Relationship Id="rId6" Type="http://schemas.openxmlformats.org/officeDocument/2006/relationships/hyperlink" Target="https://doi.org/10.1162/neco.1997.9.8.1735" TargetMode="External"/><Relationship Id="rId7" Type="http://schemas.openxmlformats.org/officeDocument/2006/relationships/hyperlink" Target="https://doi.org/10.1162/089976600300015015" TargetMode="Externa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hyperlink" Target="https://doi.org/10.1609/aaai.v35i12.17325" TargetMode="External"/><Relationship Id="rId3" Type="http://schemas.openxmlformats.org/officeDocument/2006/relationships/hyperlink" Target="https://doi.org/10.1007/3-540-49430-8_3" TargetMode="External"/><Relationship Id="rId4" Type="http://schemas.openxmlformats.org/officeDocument/2006/relationships/hyperlink" Target="https://doi.org/10.2307/1392185" TargetMode="Externa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hyperlink" Target="mailto:bleidig2@illinois.edu" TargetMode="Externa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Title 3"/>
          <p:cNvSpPr txBox="1"/>
          <p:nvPr>
            <p:ph type="title"/>
          </p:nvPr>
        </p:nvSpPr>
        <p:spPr>
          <a:xfrm>
            <a:off x="3283130" y="1614781"/>
            <a:ext cx="8569237" cy="21758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400"/>
            </a:lvl1pPr>
          </a:lstStyle>
          <a:p>
            <a:pPr/>
            <a:r>
              <a:t>Evaluating Hybrid Deep Learning Architectures for Day-Ahead Electricity Price Forecasting in the German Spot Market</a:t>
            </a:r>
          </a:p>
        </p:txBody>
      </p:sp>
      <p:sp>
        <p:nvSpPr>
          <p:cNvPr id="379" name="Text Placeholder 2"/>
          <p:cNvSpPr txBox="1"/>
          <p:nvPr>
            <p:ph type="body" sz="quarter" idx="1"/>
          </p:nvPr>
        </p:nvSpPr>
        <p:spPr>
          <a:xfrm>
            <a:off x="3283131" y="3691479"/>
            <a:ext cx="8569236" cy="1106009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defRPr sz="2400"/>
            </a:pPr>
            <a:r>
              <a:t>Benjamin Leidig</a:t>
            </a:r>
          </a:p>
          <a:p>
            <a:pPr>
              <a:defRPr sz="2400"/>
            </a:pPr>
            <a:r>
              <a:t>Hyoeun Lee, PhD</a:t>
            </a:r>
          </a:p>
        </p:txBody>
      </p:sp>
      <p:sp>
        <p:nvSpPr>
          <p:cNvPr id="380" name="Text Placeholder 1"/>
          <p:cNvSpPr/>
          <p:nvPr>
            <p:ph type="body" idx="21"/>
          </p:nvPr>
        </p:nvSpPr>
        <p:spPr>
          <a:xfrm>
            <a:off x="3285601" y="4475249"/>
            <a:ext cx="8569236" cy="76797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anchor="b">
            <a:noAutofit/>
          </a:bodyPr>
          <a:lstStyle>
            <a:lvl1pPr>
              <a:defRPr sz="1800"/>
            </a:lvl1pPr>
          </a:lstStyle>
          <a:p>
            <a:pPr/>
            <a:r>
              <a:t>05/06/2026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itle 1"/>
          <p:cNvSpPr txBox="1"/>
          <p:nvPr>
            <p:ph type="title"/>
          </p:nvPr>
        </p:nvSpPr>
        <p:spPr>
          <a:xfrm>
            <a:off x="652462" y="276575"/>
            <a:ext cx="10370192" cy="1189821"/>
          </a:xfrm>
          <a:prstGeom prst="rect">
            <a:avLst/>
          </a:prstGeom>
        </p:spPr>
        <p:txBody>
          <a:bodyPr/>
          <a:lstStyle/>
          <a:p>
            <a:pPr/>
            <a:r>
              <a:t>Presentation Overview</a:t>
            </a:r>
          </a:p>
        </p:txBody>
      </p:sp>
      <p:sp>
        <p:nvSpPr>
          <p:cNvPr id="383" name="Text Placeholder 2"/>
          <p:cNvSpPr txBox="1"/>
          <p:nvPr>
            <p:ph type="body" idx="1"/>
          </p:nvPr>
        </p:nvSpPr>
        <p:spPr>
          <a:xfrm>
            <a:off x="652462" y="1795748"/>
            <a:ext cx="10370192" cy="412031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80999" indent="-380999">
              <a:buSzPct val="100000"/>
              <a:buAutoNum type="arabicParenR" startAt="1"/>
              <a:defRPr b="1"/>
            </a:pPr>
            <a:r>
              <a:t>Introduction</a:t>
            </a:r>
          </a:p>
          <a:p>
            <a:pPr lvl="1" marL="775368" indent="-267368">
              <a:buAutoNum type="romanLcParenR" startAt="1"/>
              <a:defRPr sz="1600"/>
            </a:pPr>
            <a:r>
              <a:t>Motivation, Problem, Approach</a:t>
            </a:r>
          </a:p>
          <a:p>
            <a:pPr marL="380999" indent="-380999">
              <a:buSzPct val="100000"/>
              <a:buAutoNum type="arabicParenR" startAt="1"/>
              <a:defRPr b="1"/>
            </a:pPr>
            <a:r>
              <a:t>Methods</a:t>
            </a:r>
          </a:p>
          <a:p>
            <a:pPr lvl="1" marL="775368" indent="-267368">
              <a:buAutoNum type="romanLcParenR" startAt="1"/>
              <a:defRPr sz="1600"/>
            </a:pPr>
            <a:r>
              <a:t>Data Overview</a:t>
            </a:r>
          </a:p>
          <a:p>
            <a:pPr lvl="1" marL="775368" indent="-267368">
              <a:buAutoNum type="romanLcParenR" startAt="1"/>
              <a:defRPr sz="1600"/>
            </a:pPr>
            <a:r>
              <a:t>Framework Overview</a:t>
            </a:r>
          </a:p>
          <a:p>
            <a:pPr lvl="1" marL="775368" indent="-267368">
              <a:buAutoNum type="romanLcParenR" startAt="1"/>
              <a:defRPr sz="1600"/>
            </a:pPr>
            <a:r>
              <a:t>Alternative Frameworks</a:t>
            </a:r>
          </a:p>
          <a:p>
            <a:pPr marL="380999" indent="-380999">
              <a:buSzPct val="100000"/>
              <a:buAutoNum type="arabicParenR" startAt="1"/>
              <a:defRPr b="1"/>
            </a:pPr>
            <a:r>
              <a:t>Results</a:t>
            </a:r>
          </a:p>
          <a:p>
            <a:pPr lvl="1" marL="775368" indent="-267368">
              <a:buAutoNum type="romanLcParenR" startAt="1"/>
              <a:defRPr sz="1600"/>
            </a:pPr>
            <a:r>
              <a:t>Signal Decomposition Frequency Analysis</a:t>
            </a:r>
          </a:p>
          <a:p>
            <a:pPr lvl="1" marL="775368" indent="-267368">
              <a:buAutoNum type="romanLcParenR" startAt="1"/>
              <a:defRPr sz="1600"/>
            </a:pPr>
            <a:r>
              <a:t>Comparative Model Error Evaluations</a:t>
            </a:r>
          </a:p>
          <a:p>
            <a:pPr marL="380999" indent="-380999">
              <a:buSzPct val="100000"/>
              <a:buAutoNum type="arabicParenR" startAt="1"/>
              <a:defRPr b="1"/>
            </a:pPr>
            <a:r>
              <a:t>Discussion</a:t>
            </a:r>
          </a:p>
          <a:p>
            <a:pPr lvl="1" marL="775368" indent="-267368">
              <a:buAutoNum type="romanLcParenR" startAt="1"/>
              <a:defRPr sz="1600"/>
            </a:pPr>
            <a:r>
              <a:t>Strengths, Limitations, Future Work</a:t>
            </a:r>
          </a:p>
        </p:txBody>
      </p:sp>
      <p:sp>
        <p:nvSpPr>
          <p:cNvPr id="384" name="Text Placeholder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DEPARTMENT OF STATISTICS, UNIVERSITY OF ILLINOIS URBANA-CHAMPAIGN</a:t>
            </a:r>
          </a:p>
        </p:txBody>
      </p:sp>
      <p:sp>
        <p:nvSpPr>
          <p:cNvPr id="385" name="Slide Number Placeholder 4"/>
          <p:cNvSpPr txBox="1"/>
          <p:nvPr>
            <p:ph type="sldNum" sz="quarter" idx="2"/>
          </p:nvPr>
        </p:nvSpPr>
        <p:spPr>
          <a:xfrm>
            <a:off x="11148010" y="6404292"/>
            <a:ext cx="205790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Introduction</a:t>
            </a:r>
          </a:p>
        </p:txBody>
      </p:sp>
      <p:sp>
        <p:nvSpPr>
          <p:cNvPr id="388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DEPARTMENT OF STATISTICS, UNIVERSITY OF ILLINOIS URBANA-CHAMPAIGN</a:t>
            </a:r>
          </a:p>
        </p:txBody>
      </p:sp>
      <p:sp>
        <p:nvSpPr>
          <p:cNvPr id="389" name="Slide Number Placeholder 3"/>
          <p:cNvSpPr txBox="1"/>
          <p:nvPr>
            <p:ph type="sldNum" sz="quarter" idx="2"/>
          </p:nvPr>
        </p:nvSpPr>
        <p:spPr>
          <a:xfrm>
            <a:off x="11164902" y="6404292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itle 1"/>
          <p:cNvSpPr txBox="1"/>
          <p:nvPr>
            <p:ph type="title"/>
          </p:nvPr>
        </p:nvSpPr>
        <p:spPr>
          <a:xfrm>
            <a:off x="652462" y="276575"/>
            <a:ext cx="10370192" cy="1189821"/>
          </a:xfrm>
          <a:prstGeom prst="rect">
            <a:avLst/>
          </a:prstGeom>
        </p:spPr>
        <p:txBody>
          <a:bodyPr/>
          <a:lstStyle/>
          <a:p>
            <a:pPr/>
            <a:r>
              <a:t>Motivation &amp; Problem Context</a:t>
            </a:r>
          </a:p>
        </p:txBody>
      </p:sp>
      <p:sp>
        <p:nvSpPr>
          <p:cNvPr id="392" name="Text Placeholder 2"/>
          <p:cNvSpPr txBox="1"/>
          <p:nvPr>
            <p:ph type="body" idx="1"/>
          </p:nvPr>
        </p:nvSpPr>
        <p:spPr>
          <a:xfrm>
            <a:off x="652462" y="1795748"/>
            <a:ext cx="10370192" cy="4120310"/>
          </a:xfrm>
          <a:prstGeom prst="rect">
            <a:avLst/>
          </a:prstGeom>
        </p:spPr>
        <p:txBody>
          <a:bodyPr numCol="3" spcCol="518509">
            <a:noAutofit/>
          </a:bodyPr>
          <a:lstStyle/>
          <a:p>
            <a:pPr>
              <a:defRPr b="1"/>
            </a:pPr>
            <a:r>
              <a:t>Motivation</a:t>
            </a:r>
          </a:p>
          <a:p>
            <a:pPr marL="228599" indent="-228599">
              <a:buSzPct val="100000"/>
              <a:buChar char="‣"/>
              <a:defRPr sz="1600"/>
            </a:pPr>
            <a:r>
              <a:t>High socioeconomic &amp; geopolitical dependence on electricity production in Germany</a:t>
            </a:r>
          </a:p>
          <a:p>
            <a:pPr marL="228599" indent="-228599">
              <a:buSzPct val="100000"/>
              <a:buChar char="‣"/>
              <a:defRPr sz="1600"/>
            </a:pPr>
            <a:r>
              <a:t>Increasing electricity prices:</a:t>
            </a:r>
          </a:p>
          <a:p>
            <a:pPr lvl="1" marL="546100" indent="-228600">
              <a:defRPr sz="1600"/>
            </a:pPr>
            <a:r>
              <a:t>Positive correlation with consumer prices</a:t>
            </a:r>
          </a:p>
          <a:p>
            <a:pPr lvl="1" marL="546100" indent="-228600">
              <a:defRPr sz="1600"/>
            </a:pPr>
            <a:r>
              <a:t>Negative correlation with GDP growth [1]</a:t>
            </a:r>
          </a:p>
          <a:p>
            <a:pPr marL="228599" indent="-228599">
              <a:buSzPct val="100000"/>
              <a:buChar char="‣"/>
              <a:defRPr sz="1600"/>
            </a:pPr>
            <a:r>
              <a:t>Knowing prices beforehand allows for more accurate purchasing / budgeting</a:t>
            </a:r>
          </a:p>
          <a:p>
            <a:pPr>
              <a:defRPr sz="1600"/>
            </a:pPr>
          </a:p>
          <a:p>
            <a:pPr>
              <a:defRPr b="1"/>
            </a:pPr>
            <a:r>
              <a:t>Problem</a:t>
            </a:r>
          </a:p>
          <a:p>
            <a:pPr marL="180473" indent="-180473">
              <a:buSzPct val="100000"/>
              <a:buChar char="‣"/>
              <a:defRPr sz="1600"/>
            </a:pPr>
            <a:r>
              <a:t>Frequent regime changes from socioeconomic instability</a:t>
            </a:r>
          </a:p>
          <a:p>
            <a:pPr lvl="1" marL="497973" indent="-180473">
              <a:defRPr sz="1600"/>
            </a:pPr>
            <a:r>
              <a:t>COVID-19 pandemic [2]</a:t>
            </a:r>
          </a:p>
          <a:p>
            <a:pPr lvl="1" marL="497973" indent="-180473">
              <a:defRPr sz="1600"/>
            </a:pPr>
            <a:r>
              <a:t>Russo-Ukraine War [3]</a:t>
            </a:r>
          </a:p>
          <a:p>
            <a:pPr marL="180473" indent="-180473">
              <a:buSzPct val="100000"/>
              <a:buChar char="‣"/>
              <a:defRPr sz="1600"/>
            </a:pPr>
            <a:r>
              <a:t>Inherent extreme shocks [2]</a:t>
            </a:r>
          </a:p>
          <a:p>
            <a:pPr marL="180473" indent="-180473">
              <a:buSzPct val="100000"/>
              <a:buChar char="‣"/>
              <a:defRPr sz="1600"/>
            </a:pPr>
            <a:r>
              <a:t>Dependent on a multitude of unforeseeable variables</a:t>
            </a:r>
          </a:p>
          <a:p>
            <a:pPr lvl="1" marL="497973" indent="-180473">
              <a:defRPr sz="1600"/>
            </a:pPr>
            <a:r>
              <a:t>e.g., environmental, logistical, regulatory [4]</a:t>
            </a:r>
          </a:p>
          <a:p>
            <a:pPr lvl="1" marL="497973" indent="-180473">
              <a:defRPr sz="1600"/>
            </a:pPr>
            <a:r>
              <a:t>Highly non-linear dependencies [2]</a:t>
            </a:r>
          </a:p>
          <a:p>
            <a:pPr>
              <a:defRPr sz="1600"/>
            </a:pPr>
          </a:p>
          <a:p>
            <a:pPr>
              <a:defRPr b="1"/>
            </a:pPr>
            <a:r>
              <a:t>Solution</a:t>
            </a:r>
          </a:p>
          <a:p>
            <a:pPr marL="180473" indent="-180473">
              <a:buSzPct val="100000"/>
              <a:buChar char="‣"/>
              <a:defRPr sz="1600"/>
            </a:pPr>
            <a:r>
              <a:t>Two-step hybrid framework</a:t>
            </a:r>
          </a:p>
          <a:p>
            <a:pPr lvl="1" marL="497973" indent="-180473">
              <a:defRPr sz="1600"/>
            </a:pPr>
            <a:r>
              <a:t>Signal decomposition to simplify signals</a:t>
            </a:r>
          </a:p>
          <a:p>
            <a:pPr lvl="1" marL="497973" indent="-180473">
              <a:defRPr sz="1600"/>
            </a:pPr>
            <a:r>
              <a:t>Deep learning to model each subsignal separately</a:t>
            </a:r>
          </a:p>
          <a:p>
            <a:pPr marL="180473" indent="-180473">
              <a:buSzPct val="100000"/>
              <a:buChar char="‣"/>
              <a:defRPr sz="1600"/>
            </a:pPr>
            <a:r>
              <a:t>Specialized artificial neural network (ANN) architecture to learn both local and long-term dependencies</a:t>
            </a:r>
          </a:p>
          <a:p>
            <a:pPr marL="180473" indent="-180473">
              <a:buSzPct val="100000"/>
              <a:buChar char="‣"/>
              <a:defRPr sz="1600"/>
            </a:pPr>
          </a:p>
          <a:p>
            <a:pPr marL="180473" indent="-180473">
              <a:buSzPct val="100000"/>
              <a:buChar char="‣"/>
              <a:defRPr sz="1600"/>
            </a:pPr>
          </a:p>
          <a:p>
            <a:pPr marL="180473" indent="-180473">
              <a:buSzPct val="100000"/>
              <a:buChar char="‣"/>
              <a:defRPr sz="1600"/>
            </a:pPr>
          </a:p>
        </p:txBody>
      </p:sp>
      <p:sp>
        <p:nvSpPr>
          <p:cNvPr id="393" name="Text Placeholder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DEPARTMENT OF STATISTICS, UNIVERSITY OF ILLINOIS URBANA-CHAMPAIGN</a:t>
            </a:r>
          </a:p>
        </p:txBody>
      </p:sp>
      <p:sp>
        <p:nvSpPr>
          <p:cNvPr id="394" name="Slide Number Placeholder 4"/>
          <p:cNvSpPr txBox="1"/>
          <p:nvPr>
            <p:ph type="sldNum" sz="quarter" idx="2"/>
          </p:nvPr>
        </p:nvSpPr>
        <p:spPr>
          <a:xfrm>
            <a:off x="11164902" y="6404292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Methods</a:t>
            </a:r>
          </a:p>
        </p:txBody>
      </p:sp>
      <p:sp>
        <p:nvSpPr>
          <p:cNvPr id="397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DEPARTMENT OF STATISTICS, UNIVERSITY OF ILLINOIS URBANA-CHAMPAIGN</a:t>
            </a:r>
          </a:p>
        </p:txBody>
      </p:sp>
      <p:sp>
        <p:nvSpPr>
          <p:cNvPr id="398" name="Slide Number Placeholder 3"/>
          <p:cNvSpPr txBox="1"/>
          <p:nvPr>
            <p:ph type="sldNum" sz="quarter" idx="2"/>
          </p:nvPr>
        </p:nvSpPr>
        <p:spPr>
          <a:xfrm>
            <a:off x="11164902" y="6404292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 1"/>
          <p:cNvSpPr txBox="1"/>
          <p:nvPr>
            <p:ph type="title"/>
          </p:nvPr>
        </p:nvSpPr>
        <p:spPr>
          <a:xfrm>
            <a:off x="652462" y="276575"/>
            <a:ext cx="10370192" cy="1189821"/>
          </a:xfrm>
          <a:prstGeom prst="rect">
            <a:avLst/>
          </a:prstGeom>
        </p:spPr>
        <p:txBody>
          <a:bodyPr/>
          <a:lstStyle/>
          <a:p>
            <a:pPr/>
            <a:r>
              <a:t>Methodological Roadmap</a:t>
            </a:r>
          </a:p>
        </p:txBody>
      </p:sp>
      <p:sp>
        <p:nvSpPr>
          <p:cNvPr id="401" name="Text Placeholder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DEPARTMENT OF STATISTICS, UNIVERSITY OF ILLINOIS URBANA-CHAMPAIGN</a:t>
            </a:r>
          </a:p>
        </p:txBody>
      </p:sp>
      <p:sp>
        <p:nvSpPr>
          <p:cNvPr id="402" name="Slide Number Placeholder 4"/>
          <p:cNvSpPr txBox="1"/>
          <p:nvPr>
            <p:ph type="sldNum" sz="quarter" idx="2"/>
          </p:nvPr>
        </p:nvSpPr>
        <p:spPr>
          <a:xfrm>
            <a:off x="11148010" y="6404292"/>
            <a:ext cx="205790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aphicFrame>
        <p:nvGraphicFramePr>
          <p:cNvPr id="403" name="Table 1"/>
          <p:cNvGraphicFramePr/>
          <p:nvPr/>
        </p:nvGraphicFramePr>
        <p:xfrm>
          <a:off x="652462" y="2037248"/>
          <a:ext cx="10382892" cy="425766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095261"/>
                <a:gridCol w="9274929"/>
              </a:tblGrid>
              <a:tr h="606423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/>
                        <a:t>1)</a:t>
                      </a:r>
                    </a:p>
                  </a:txBody>
                  <a:tcPr marL="0" marR="0" marT="0" marB="0" anchor="ctr" anchorCtr="0" horzOverflow="overflow">
                    <a:lnR w="12700">
                      <a:miter lim="400000"/>
                    </a:lnR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/>
                        <a:t>Data Collection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6423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/>
                        <a:t>2)</a:t>
                      </a:r>
                    </a:p>
                  </a:txBody>
                  <a:tcPr marL="0" marR="0" marT="0" marB="0" anchor="ctr" anchorCtr="0" horzOverflow="overflow"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/>
                        <a:t>Data Overview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6423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/>
                        <a:t>3)</a:t>
                      </a:r>
                    </a:p>
                  </a:txBody>
                  <a:tcPr marL="0" marR="0" marT="0" marB="0" anchor="ctr" anchorCtr="0" horzOverflow="overflow"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/>
                        <a:t>Two-Step Hybrid Framework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6423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/>
                        <a:t>4)</a:t>
                      </a:r>
                    </a:p>
                  </a:txBody>
                  <a:tcPr marL="0" marR="0" marT="0" marB="0" anchor="ctr" anchorCtr="0" horzOverflow="overflow"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/>
                        <a:t>Proposed Network Architecture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6423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/>
                        <a:t>5)</a:t>
                      </a:r>
                    </a:p>
                  </a:txBody>
                  <a:tcPr marL="0" marR="0" marT="0" marB="0" anchor="ctr" anchorCtr="0" horzOverflow="overflow"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/>
                        <a:t>Alternative Frameworks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6423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/>
                        <a:t>6)</a:t>
                      </a:r>
                    </a:p>
                  </a:txBody>
                  <a:tcPr marL="0" marR="0" marT="0" marB="0" anchor="ctr" anchorCtr="0" horzOverflow="overflow"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/>
                        <a:t>Model Tuning &amp; Validation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T w="12700">
                      <a:solidFill>
                        <a:srgbClr val="000000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Line"/>
          <p:cNvSpPr/>
          <p:nvPr/>
        </p:nvSpPr>
        <p:spPr>
          <a:xfrm flipV="1">
            <a:off x="2252144" y="5260619"/>
            <a:ext cx="1" cy="512569"/>
          </a:xfrm>
          <a:prstGeom prst="line">
            <a:avLst/>
          </a:prstGeom>
          <a:ln w="25400">
            <a:solidFill>
              <a:srgbClr val="ED6A2D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6" name="Rectangle"/>
          <p:cNvSpPr/>
          <p:nvPr/>
        </p:nvSpPr>
        <p:spPr>
          <a:xfrm>
            <a:off x="3502007" y="5327379"/>
            <a:ext cx="2509642" cy="193041"/>
          </a:xfrm>
          <a:prstGeom prst="rect">
            <a:avLst/>
          </a:prstGeom>
          <a:solidFill>
            <a:srgbClr val="EC6A2D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07" name="Title 1"/>
          <p:cNvSpPr txBox="1"/>
          <p:nvPr>
            <p:ph type="title"/>
          </p:nvPr>
        </p:nvSpPr>
        <p:spPr>
          <a:xfrm>
            <a:off x="652462" y="276575"/>
            <a:ext cx="10370192" cy="1189821"/>
          </a:xfrm>
          <a:prstGeom prst="rect">
            <a:avLst/>
          </a:prstGeom>
        </p:spPr>
        <p:txBody>
          <a:bodyPr/>
          <a:lstStyle/>
          <a:p>
            <a:pPr/>
            <a:r>
              <a:t>Overview of the German Day-Ahead Electricity Spot Market Data</a:t>
            </a:r>
          </a:p>
        </p:txBody>
      </p:sp>
      <p:sp>
        <p:nvSpPr>
          <p:cNvPr id="408" name="Text Placeholder 2"/>
          <p:cNvSpPr txBox="1"/>
          <p:nvPr>
            <p:ph type="body" sz="half" idx="1"/>
          </p:nvPr>
        </p:nvSpPr>
        <p:spPr>
          <a:xfrm>
            <a:off x="457199" y="1795748"/>
            <a:ext cx="5899311" cy="342935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b="1"/>
            </a:pPr>
            <a:r>
              <a:t>Sources</a:t>
            </a:r>
          </a:p>
          <a:p>
            <a:pPr marL="200526" indent="-200526">
              <a:buSzPct val="100000"/>
              <a:buChar char="‣"/>
              <a:defRPr sz="1600"/>
            </a:pPr>
            <a:r>
              <a:t>Weather data from </a:t>
            </a:r>
            <a:r>
              <a:rPr i="1"/>
              <a:t>Bright Sky API </a:t>
            </a:r>
            <a:r>
              <a:t>[5]</a:t>
            </a:r>
          </a:p>
          <a:p>
            <a:pPr marL="200526" indent="-200526">
              <a:buSzPct val="100000"/>
              <a:buChar char="‣"/>
              <a:defRPr sz="1600"/>
            </a:pPr>
            <a:r>
              <a:t>Electricity-related data from </a:t>
            </a:r>
            <a:r>
              <a:rPr i="1"/>
              <a:t>Energy-Charts API </a:t>
            </a:r>
            <a:r>
              <a:t>[6]</a:t>
            </a:r>
          </a:p>
          <a:p>
            <a:pPr>
              <a:defRPr b="1"/>
            </a:pPr>
            <a:r>
              <a:t>Scope</a:t>
            </a:r>
          </a:p>
          <a:p>
            <a:pPr marL="200526" indent="-200526">
              <a:buSzPct val="100000"/>
              <a:buChar char="‣"/>
              <a:defRPr sz="1600"/>
            </a:pPr>
            <a:r>
              <a:t>Collected hourly data from 2019 through 2024</a:t>
            </a:r>
          </a:p>
          <a:p>
            <a:pPr marL="200526" indent="-200526">
              <a:buSzPct val="100000"/>
              <a:buChar char="‣"/>
              <a:defRPr sz="1600"/>
            </a:pPr>
            <a:r>
              <a:t>Averaged weather data across Berlin, Hamburg, Munich, and Cologne</a:t>
            </a:r>
          </a:p>
          <a:p>
            <a:pPr>
              <a:defRPr b="1"/>
            </a:pPr>
            <a:r>
              <a:t>Constraints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Prices for each hour of next day set at noon the day before [7]</a:t>
            </a:r>
          </a:p>
        </p:txBody>
      </p:sp>
      <p:sp>
        <p:nvSpPr>
          <p:cNvPr id="409" name="Text Placeholder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DEPARTMENT OF STATISTICS, UNIVERSITY OF ILLINOIS URBANA-CHAMPAIGN</a:t>
            </a:r>
          </a:p>
        </p:txBody>
      </p:sp>
      <p:sp>
        <p:nvSpPr>
          <p:cNvPr id="410" name="Slide Number Placeholder 4"/>
          <p:cNvSpPr txBox="1"/>
          <p:nvPr>
            <p:ph type="sldNum" sz="quarter" idx="2"/>
          </p:nvPr>
        </p:nvSpPr>
        <p:spPr>
          <a:xfrm>
            <a:off x="11164902" y="6404292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aphicFrame>
        <p:nvGraphicFramePr>
          <p:cNvPr id="411" name="Table 1"/>
          <p:cNvGraphicFramePr/>
          <p:nvPr/>
        </p:nvGraphicFramePr>
        <p:xfrm>
          <a:off x="6603589" y="1484947"/>
          <a:ext cx="5285735" cy="413301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4366494"/>
                <a:gridCol w="906539"/>
              </a:tblGrid>
              <a:tr h="588615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/>
                        <a:t>Feature</a:t>
                      </a:r>
                    </a:p>
                  </a:txBody>
                  <a:tcPr marL="0" marR="0" marT="0" marB="0" anchor="ctr" anchorCtr="0" horzOverflow="overflow"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/>
                        <a:t>Units</a:t>
                      </a:r>
                    </a:p>
                  </a:txBody>
                  <a:tcPr marL="0" marR="0" marT="0" marB="0" anchor="ctr" anchorCtr="0" horzOverflow="overflow"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541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Precipitation</a:t>
                      </a:r>
                    </a:p>
                  </a:txBody>
                  <a:tcPr marL="0" marR="0" marT="0" marB="0" anchor="ctr" anchorCtr="0" horzOverflow="overflow"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/>
                        <a:t>mm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541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Temperature</a:t>
                      </a:r>
                    </a:p>
                  </a:txBody>
                  <a:tcPr marL="0" marR="0" marT="0" marB="0" anchor="ctr" anchorCtr="0" horzOverflow="overflow"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/>
                        <a:t>ºC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541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Humidity</a:t>
                      </a:r>
                    </a:p>
                  </a:txBody>
                  <a:tcPr marL="0" marR="0" marT="0" marB="0" anchor="ctr" anchorCtr="0" horzOverflow="overflow"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/>
                        <a:t>%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541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Generation from Renewables</a:t>
                      </a:r>
                    </a:p>
                  </a:txBody>
                  <a:tcPr marL="0" marR="0" marT="0" marB="0" anchor="ctr" anchorCtr="0" horzOverflow="overflow"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/>
                        <a:t>MW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541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Load</a:t>
                      </a:r>
                    </a:p>
                  </a:txBody>
                  <a:tcPr marL="0" marR="0" marT="0" marB="0" anchor="ctr" anchorCtr="0" horzOverflow="overflow"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/>
                        <a:t>MW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541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Load from Renewables</a:t>
                      </a:r>
                    </a:p>
                  </a:txBody>
                  <a:tcPr marL="0" marR="0" marT="0" marB="0" anchor="ctr" anchorCtr="0" horzOverflow="overflow"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/>
                        <a:t>MW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541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Cross-Border Electricity Trade Volume</a:t>
                      </a:r>
                    </a:p>
                  </a:txBody>
                  <a:tcPr marL="0" marR="0" marT="0" marB="0" anchor="ctr" anchorCtr="0" horzOverflow="overflow"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/>
                        <a:t>GW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541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Daily / Weekly / Monthly Rolling Price Mean</a:t>
                      </a:r>
                    </a:p>
                  </a:txBody>
                  <a:tcPr marL="0" marR="0" marT="0" marB="0" anchor="ctr" anchorCtr="0" horzOverflow="overflow"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/>
                        <a:t>EUR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541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Daily / Weekly / Monthly Rolling Price Variance</a:t>
                      </a:r>
                    </a:p>
                  </a:txBody>
                  <a:tcPr marL="0" marR="0" marT="0" marB="0" anchor="ctr" anchorCtr="0" horzOverflow="overflow"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EUR</a:t>
                      </a:r>
                      <a:r>
                        <a:rPr baseline="31999"/>
                        <a:t>2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T w="12700">
                      <a:solidFill>
                        <a:srgbClr val="000000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2" name="Line"/>
          <p:cNvSpPr/>
          <p:nvPr/>
        </p:nvSpPr>
        <p:spPr>
          <a:xfrm>
            <a:off x="971783" y="5516903"/>
            <a:ext cx="5065407" cy="1"/>
          </a:xfrm>
          <a:prstGeom prst="line">
            <a:avLst/>
          </a:prstGeom>
          <a:ln w="50800">
            <a:solidFill>
              <a:srgbClr val="182849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3" name="Line"/>
          <p:cNvSpPr/>
          <p:nvPr/>
        </p:nvSpPr>
        <p:spPr>
          <a:xfrm flipV="1">
            <a:off x="999803" y="5264039"/>
            <a:ext cx="1" cy="256541"/>
          </a:xfrm>
          <a:prstGeom prst="line">
            <a:avLst/>
          </a:prstGeom>
          <a:ln w="50800">
            <a:solidFill>
              <a:srgbClr val="182849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4" name="Line"/>
          <p:cNvSpPr/>
          <p:nvPr/>
        </p:nvSpPr>
        <p:spPr>
          <a:xfrm flipV="1">
            <a:off x="3504486" y="5264039"/>
            <a:ext cx="1" cy="256541"/>
          </a:xfrm>
          <a:prstGeom prst="line">
            <a:avLst/>
          </a:prstGeom>
          <a:ln w="50800">
            <a:solidFill>
              <a:srgbClr val="182849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5" name="Line"/>
          <p:cNvSpPr/>
          <p:nvPr/>
        </p:nvSpPr>
        <p:spPr>
          <a:xfrm flipV="1">
            <a:off x="6009169" y="5264039"/>
            <a:ext cx="1" cy="256541"/>
          </a:xfrm>
          <a:prstGeom prst="line">
            <a:avLst/>
          </a:prstGeom>
          <a:ln w="50800">
            <a:solidFill>
              <a:srgbClr val="182849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6" name="Line"/>
          <p:cNvSpPr/>
          <p:nvPr/>
        </p:nvSpPr>
        <p:spPr>
          <a:xfrm flipV="1">
            <a:off x="2871965" y="5295789"/>
            <a:ext cx="1" cy="193041"/>
          </a:xfrm>
          <a:prstGeom prst="line">
            <a:avLst/>
          </a:prstGeom>
          <a:ln w="25400">
            <a:solidFill>
              <a:srgbClr val="182849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7" name="Line"/>
          <p:cNvSpPr/>
          <p:nvPr/>
        </p:nvSpPr>
        <p:spPr>
          <a:xfrm flipV="1">
            <a:off x="1632323" y="5295789"/>
            <a:ext cx="1" cy="193041"/>
          </a:xfrm>
          <a:prstGeom prst="line">
            <a:avLst/>
          </a:prstGeom>
          <a:ln w="25400">
            <a:solidFill>
              <a:srgbClr val="182849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8" name="Line"/>
          <p:cNvSpPr/>
          <p:nvPr/>
        </p:nvSpPr>
        <p:spPr>
          <a:xfrm flipV="1">
            <a:off x="4756827" y="5295789"/>
            <a:ext cx="1" cy="193041"/>
          </a:xfrm>
          <a:prstGeom prst="line">
            <a:avLst/>
          </a:prstGeom>
          <a:ln w="25400">
            <a:solidFill>
              <a:srgbClr val="182849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9" name="Line"/>
          <p:cNvSpPr/>
          <p:nvPr/>
        </p:nvSpPr>
        <p:spPr>
          <a:xfrm flipV="1">
            <a:off x="4137007" y="5295789"/>
            <a:ext cx="1" cy="193041"/>
          </a:xfrm>
          <a:prstGeom prst="line">
            <a:avLst/>
          </a:prstGeom>
          <a:ln w="25400">
            <a:solidFill>
              <a:srgbClr val="182849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0" name="Line"/>
          <p:cNvSpPr/>
          <p:nvPr/>
        </p:nvSpPr>
        <p:spPr>
          <a:xfrm flipV="1">
            <a:off x="5376648" y="5295789"/>
            <a:ext cx="1" cy="193041"/>
          </a:xfrm>
          <a:prstGeom prst="line">
            <a:avLst/>
          </a:prstGeom>
          <a:ln w="25400">
            <a:solidFill>
              <a:srgbClr val="182849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1" name="00:00"/>
          <p:cNvSpPr txBox="1"/>
          <p:nvPr/>
        </p:nvSpPr>
        <p:spPr>
          <a:xfrm>
            <a:off x="693485" y="4978640"/>
            <a:ext cx="612637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/>
            </a:lvl1pPr>
          </a:lstStyle>
          <a:p>
            <a:pPr/>
            <a:r>
              <a:t>00:00</a:t>
            </a:r>
          </a:p>
        </p:txBody>
      </p:sp>
      <p:sp>
        <p:nvSpPr>
          <p:cNvPr id="422" name="06:00"/>
          <p:cNvSpPr txBox="1"/>
          <p:nvPr/>
        </p:nvSpPr>
        <p:spPr>
          <a:xfrm>
            <a:off x="1329598" y="4978640"/>
            <a:ext cx="612637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/>
            </a:lvl1pPr>
          </a:lstStyle>
          <a:p>
            <a:pPr/>
            <a:r>
              <a:t>06:00</a:t>
            </a:r>
          </a:p>
        </p:txBody>
      </p:sp>
      <p:sp>
        <p:nvSpPr>
          <p:cNvPr id="423" name="12:00"/>
          <p:cNvSpPr txBox="1"/>
          <p:nvPr/>
        </p:nvSpPr>
        <p:spPr>
          <a:xfrm>
            <a:off x="1945826" y="4978640"/>
            <a:ext cx="612637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/>
            </a:lvl1pPr>
          </a:lstStyle>
          <a:p>
            <a:pPr/>
            <a:r>
              <a:t>12:00</a:t>
            </a:r>
          </a:p>
        </p:txBody>
      </p:sp>
      <p:sp>
        <p:nvSpPr>
          <p:cNvPr id="424" name="18:00"/>
          <p:cNvSpPr txBox="1"/>
          <p:nvPr/>
        </p:nvSpPr>
        <p:spPr>
          <a:xfrm>
            <a:off x="2562055" y="4978640"/>
            <a:ext cx="612637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/>
            </a:lvl1pPr>
          </a:lstStyle>
          <a:p>
            <a:pPr/>
            <a:r>
              <a:t>18:00</a:t>
            </a:r>
          </a:p>
        </p:txBody>
      </p:sp>
      <p:sp>
        <p:nvSpPr>
          <p:cNvPr id="425" name="00:00"/>
          <p:cNvSpPr txBox="1"/>
          <p:nvPr/>
        </p:nvSpPr>
        <p:spPr>
          <a:xfrm>
            <a:off x="3201760" y="4978640"/>
            <a:ext cx="612637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/>
            </a:lvl1pPr>
          </a:lstStyle>
          <a:p>
            <a:pPr/>
            <a:r>
              <a:t>00:00</a:t>
            </a:r>
          </a:p>
        </p:txBody>
      </p:sp>
      <p:sp>
        <p:nvSpPr>
          <p:cNvPr id="426" name="06:00"/>
          <p:cNvSpPr txBox="1"/>
          <p:nvPr/>
        </p:nvSpPr>
        <p:spPr>
          <a:xfrm>
            <a:off x="3830689" y="4978640"/>
            <a:ext cx="612637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/>
            </a:lvl1pPr>
          </a:lstStyle>
          <a:p>
            <a:pPr/>
            <a:r>
              <a:t>06:00</a:t>
            </a:r>
          </a:p>
        </p:txBody>
      </p:sp>
      <p:sp>
        <p:nvSpPr>
          <p:cNvPr id="427" name="12:00"/>
          <p:cNvSpPr txBox="1"/>
          <p:nvPr/>
        </p:nvSpPr>
        <p:spPr>
          <a:xfrm>
            <a:off x="4450509" y="4978640"/>
            <a:ext cx="612637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/>
            </a:lvl1pPr>
          </a:lstStyle>
          <a:p>
            <a:pPr/>
            <a:r>
              <a:t>12:00</a:t>
            </a:r>
          </a:p>
        </p:txBody>
      </p:sp>
      <p:sp>
        <p:nvSpPr>
          <p:cNvPr id="428" name="18:00"/>
          <p:cNvSpPr txBox="1"/>
          <p:nvPr/>
        </p:nvSpPr>
        <p:spPr>
          <a:xfrm>
            <a:off x="5070330" y="4978640"/>
            <a:ext cx="612637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/>
            </a:lvl1pPr>
          </a:lstStyle>
          <a:p>
            <a:pPr/>
            <a:r>
              <a:t>18:00</a:t>
            </a:r>
          </a:p>
        </p:txBody>
      </p:sp>
      <p:sp>
        <p:nvSpPr>
          <p:cNvPr id="429" name="00:00"/>
          <p:cNvSpPr txBox="1"/>
          <p:nvPr/>
        </p:nvSpPr>
        <p:spPr>
          <a:xfrm>
            <a:off x="5702851" y="4978640"/>
            <a:ext cx="612637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/>
            </a:lvl1pPr>
          </a:lstStyle>
          <a:p>
            <a:pPr/>
            <a:r>
              <a:t>00:00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Title 1"/>
          <p:cNvSpPr txBox="1"/>
          <p:nvPr>
            <p:ph type="title"/>
          </p:nvPr>
        </p:nvSpPr>
        <p:spPr>
          <a:xfrm>
            <a:off x="652462" y="276575"/>
            <a:ext cx="10370192" cy="1189821"/>
          </a:xfrm>
          <a:prstGeom prst="rect">
            <a:avLst/>
          </a:prstGeom>
        </p:spPr>
        <p:txBody>
          <a:bodyPr/>
          <a:lstStyle/>
          <a:p>
            <a:pPr/>
            <a:r>
              <a:t>Distributional Characteristics &amp; Temporal Dynamics of Historical Electricity Prices</a:t>
            </a:r>
          </a:p>
        </p:txBody>
      </p:sp>
      <p:sp>
        <p:nvSpPr>
          <p:cNvPr id="432" name="Text Placeholder 2"/>
          <p:cNvSpPr txBox="1"/>
          <p:nvPr>
            <p:ph type="body" sz="quarter" idx="1"/>
          </p:nvPr>
        </p:nvSpPr>
        <p:spPr>
          <a:xfrm>
            <a:off x="8341148" y="1467627"/>
            <a:ext cx="3289776" cy="4777786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b="1"/>
            </a:pPr>
            <a:r>
              <a:t>Seasonality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Inter-day seasonality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Mon—Wed have peak price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Sat—Sun have the lowest price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Intra-day seasonality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Morning / evening have the highest prices throughout the day</a:t>
            </a:r>
          </a:p>
          <a:p>
            <a:pPr>
              <a:defRPr b="1"/>
            </a:pPr>
            <a:r>
              <a:t>Historical Behavior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Extreme shocks in price apparent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Frequent regime changes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Regime switches during the Russo-Ukraine War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General upward trend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Increased variability over time</a:t>
            </a:r>
          </a:p>
        </p:txBody>
      </p:sp>
      <p:sp>
        <p:nvSpPr>
          <p:cNvPr id="433" name="Text Placeholder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DEPARTMENT OF STATISTICS, UNIVERSITY OF ILLINOIS URBANA-CHAMPAIGN</a:t>
            </a:r>
          </a:p>
        </p:txBody>
      </p:sp>
      <p:sp>
        <p:nvSpPr>
          <p:cNvPr id="434" name="Slide Number Placeholder 4"/>
          <p:cNvSpPr txBox="1"/>
          <p:nvPr>
            <p:ph type="sldNum" sz="quarter" idx="2"/>
          </p:nvPr>
        </p:nvSpPr>
        <p:spPr>
          <a:xfrm>
            <a:off x="11164902" y="6404292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35" name="data_overview.svg" descr="data_overview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3343" y="1570520"/>
            <a:ext cx="7772401" cy="4572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itle 1"/>
          <p:cNvSpPr txBox="1"/>
          <p:nvPr>
            <p:ph type="title"/>
          </p:nvPr>
        </p:nvSpPr>
        <p:spPr>
          <a:xfrm>
            <a:off x="652462" y="276575"/>
            <a:ext cx="10370192" cy="1189821"/>
          </a:xfrm>
          <a:prstGeom prst="rect">
            <a:avLst/>
          </a:prstGeom>
        </p:spPr>
        <p:txBody>
          <a:bodyPr/>
          <a:lstStyle/>
          <a:p>
            <a:pPr/>
            <a:r>
              <a:t>Proposed Hybrid Forecasting Framework</a:t>
            </a:r>
          </a:p>
        </p:txBody>
      </p:sp>
      <p:sp>
        <p:nvSpPr>
          <p:cNvPr id="438" name="Text Placeholder 2"/>
          <p:cNvSpPr txBox="1"/>
          <p:nvPr>
            <p:ph type="body" sz="half" idx="1"/>
          </p:nvPr>
        </p:nvSpPr>
        <p:spPr>
          <a:xfrm>
            <a:off x="652462" y="3793489"/>
            <a:ext cx="10370192" cy="2451924"/>
          </a:xfrm>
          <a:prstGeom prst="rect">
            <a:avLst/>
          </a:prstGeom>
        </p:spPr>
        <p:txBody>
          <a:bodyPr numCol="2" spcCol="518509">
            <a:noAutofit/>
          </a:bodyPr>
          <a:lstStyle/>
          <a:p>
            <a:pPr>
              <a:defRPr b="1"/>
            </a:pPr>
            <a:r>
              <a:t>Signal Decomposition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Decompose using Intrinsic Mode Functions (IMFs) using Variational Mode Decomposition (VMD) [8]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Each IMF represents a different level of frequency, complexity, and seasonality of price [9]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Improved learning of complex, multi-seasonality [10]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Frequency separation analysis to preselect the number of IMFs for VMD to produce [11]</a:t>
            </a:r>
          </a:p>
          <a:p>
            <a:pPr>
              <a:defRPr b="1"/>
            </a:pPr>
            <a:r>
              <a:t>Expert Model Forecasting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A different ANN is trained on each IMF, learning behaviors specific to that frequency [9]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Expert ANNs forecast their own IMFs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IMF forecasts are summed for the price forecast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The residual (the difference between the raw signal and the summed IMFs) is also modeled</a:t>
            </a:r>
          </a:p>
        </p:txBody>
      </p:sp>
      <p:sp>
        <p:nvSpPr>
          <p:cNvPr id="439" name="Text Placeholder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DEPARTMENT OF STATISTICS, UNIVERSITY OF ILLINOIS URBANA-CHAMPAIGN</a:t>
            </a:r>
          </a:p>
        </p:txBody>
      </p:sp>
      <p:sp>
        <p:nvSpPr>
          <p:cNvPr id="440" name="Slide Number Placeholder 4"/>
          <p:cNvSpPr txBox="1"/>
          <p:nvPr>
            <p:ph type="sldNum" sz="quarter" idx="2"/>
          </p:nvPr>
        </p:nvSpPr>
        <p:spPr>
          <a:xfrm>
            <a:off x="11164902" y="6404292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41" name="hybrid_framework.png" descr="hybrid_framework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2462" y="1466394"/>
            <a:ext cx="10360153" cy="23771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Title 1"/>
          <p:cNvSpPr txBox="1"/>
          <p:nvPr>
            <p:ph type="title"/>
          </p:nvPr>
        </p:nvSpPr>
        <p:spPr>
          <a:xfrm>
            <a:off x="652462" y="276575"/>
            <a:ext cx="10370192" cy="1189821"/>
          </a:xfrm>
          <a:prstGeom prst="rect">
            <a:avLst/>
          </a:prstGeom>
        </p:spPr>
        <p:txBody>
          <a:bodyPr/>
          <a:lstStyle/>
          <a:p>
            <a:pPr/>
            <a:r>
              <a:t>Proposed TCN-LSTM-MHA Network Architecture</a:t>
            </a:r>
          </a:p>
        </p:txBody>
      </p:sp>
      <p:sp>
        <p:nvSpPr>
          <p:cNvPr id="444" name="Text Placeholder 2"/>
          <p:cNvSpPr txBox="1"/>
          <p:nvPr>
            <p:ph type="body" sz="half" idx="1"/>
          </p:nvPr>
        </p:nvSpPr>
        <p:spPr>
          <a:xfrm>
            <a:off x="652462" y="3429000"/>
            <a:ext cx="10370192" cy="2816413"/>
          </a:xfrm>
          <a:prstGeom prst="rect">
            <a:avLst/>
          </a:prstGeom>
        </p:spPr>
        <p:txBody>
          <a:bodyPr numCol="2" spcCol="518509">
            <a:noAutofit/>
          </a:bodyPr>
          <a:lstStyle/>
          <a:p>
            <a:pPr>
              <a:defRPr b="1"/>
            </a:pPr>
            <a:r>
              <a:t>Temporal Convolutional Network</a:t>
            </a:r>
            <a:r>
              <a:rPr sz="1600"/>
              <a:t> (TCN)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Capture local, seasonal, and sub-seasonal dependencies within the data [12]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Acts as a feature extractor for stacked LSTM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Allows LSTM stack to learn long-term patterns [13]</a:t>
            </a:r>
          </a:p>
          <a:p>
            <a:pPr marL="160421" indent="-160421">
              <a:buSzPct val="100000"/>
              <a:buChar char="‣"/>
              <a:defRPr sz="1600"/>
            </a:pPr>
          </a:p>
          <a:p>
            <a:pPr marL="160421" indent="-160421">
              <a:buSzPct val="100000"/>
              <a:buChar char="‣"/>
              <a:defRPr sz="1600"/>
            </a:pPr>
          </a:p>
          <a:p>
            <a:pPr marL="160421" indent="-160421">
              <a:buSzPct val="100000"/>
              <a:buChar char="‣"/>
              <a:defRPr sz="1600"/>
            </a:pPr>
          </a:p>
          <a:p>
            <a:pPr>
              <a:defRPr b="1"/>
            </a:pPr>
            <a:r>
              <a:t>Stacked Long Short-Term Memory</a:t>
            </a:r>
            <a:r>
              <a:rPr sz="1600"/>
              <a:t> (LSTM)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Learns longer-term relationships and structure [14]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Gated unit structure aids in handling nonstationarity and regime-shifting structure [15]</a:t>
            </a:r>
          </a:p>
          <a:p>
            <a:pPr marL="160421" indent="-160421">
              <a:buSzPct val="100000"/>
              <a:buChar char="‣"/>
              <a:defRPr sz="1600"/>
            </a:pPr>
          </a:p>
          <a:p>
            <a:pPr>
              <a:defRPr b="1"/>
            </a:pPr>
            <a:r>
              <a:t>Multi-Head Attention </a:t>
            </a:r>
            <a:r>
              <a:rPr sz="1600"/>
              <a:t>(MHA)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Heads learn lagged correlations [16]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Provides robustness for irregular events [17]</a:t>
            </a:r>
          </a:p>
        </p:txBody>
      </p:sp>
      <p:sp>
        <p:nvSpPr>
          <p:cNvPr id="445" name="Text Placeholder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DEPARTMENT OF STATISTICS, UNIVERSITY OF ILLINOIS URBANA-CHAMPAIGN</a:t>
            </a:r>
          </a:p>
        </p:txBody>
      </p:sp>
      <p:sp>
        <p:nvSpPr>
          <p:cNvPr id="446" name="Slide Number Placeholder 4"/>
          <p:cNvSpPr txBox="1"/>
          <p:nvPr>
            <p:ph type="sldNum" sz="quarter" idx="2"/>
          </p:nvPr>
        </p:nvSpPr>
        <p:spPr>
          <a:xfrm>
            <a:off x="11164902" y="6404292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47" name="network_architecture.png" descr="network_architectur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2462" y="1219150"/>
            <a:ext cx="10369297" cy="22098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Title 1"/>
          <p:cNvSpPr txBox="1"/>
          <p:nvPr>
            <p:ph type="title"/>
          </p:nvPr>
        </p:nvSpPr>
        <p:spPr>
          <a:xfrm>
            <a:off x="652462" y="276575"/>
            <a:ext cx="10370192" cy="1189821"/>
          </a:xfrm>
          <a:prstGeom prst="rect">
            <a:avLst/>
          </a:prstGeom>
        </p:spPr>
        <p:txBody>
          <a:bodyPr/>
          <a:lstStyle/>
          <a:p>
            <a:pPr/>
            <a:r>
              <a:t>Benchmark &amp; Alternative Forecasting Frameworks</a:t>
            </a:r>
          </a:p>
        </p:txBody>
      </p:sp>
      <p:sp>
        <p:nvSpPr>
          <p:cNvPr id="450" name="Text Placeholder 2"/>
          <p:cNvSpPr txBox="1"/>
          <p:nvPr>
            <p:ph type="body" sz="quarter" idx="1"/>
          </p:nvPr>
        </p:nvSpPr>
        <p:spPr>
          <a:xfrm>
            <a:off x="652462" y="4087516"/>
            <a:ext cx="5184648" cy="210507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b="1"/>
            </a:pPr>
            <a:r>
              <a:t>Direct Multi-Step Forecasting</a:t>
            </a:r>
            <a:r>
              <a:rPr sz="1600"/>
              <a:t> (DMF)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Individual machine learning (ML) models learn and forecast each hour of the next day, separately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Effectively allows sequence-to-sequence forecasts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DMF models are provided with data from noon of the previous day to noon of the current day</a:t>
            </a:r>
          </a:p>
        </p:txBody>
      </p:sp>
      <p:sp>
        <p:nvSpPr>
          <p:cNvPr id="451" name="Text Placeholder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DEPARTMENT OF STATISTICS, UNIVERSITY OF ILLINOIS URBANA-CHAMPAIGN</a:t>
            </a:r>
          </a:p>
        </p:txBody>
      </p:sp>
      <p:sp>
        <p:nvSpPr>
          <p:cNvPr id="452" name="Slide Number Placeholder 4"/>
          <p:cNvSpPr txBox="1"/>
          <p:nvPr>
            <p:ph type="sldNum" sz="quarter" idx="2"/>
          </p:nvPr>
        </p:nvSpPr>
        <p:spPr>
          <a:xfrm>
            <a:off x="11164902" y="6404292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53" name="direct_multi_step_forecasting.png" descr="direct_multi_step_forecastin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2462" y="1470997"/>
            <a:ext cx="5184649" cy="2616520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454" name="Table 1"/>
          <p:cNvGraphicFramePr/>
          <p:nvPr/>
        </p:nvGraphicFramePr>
        <p:xfrm>
          <a:off x="5876726" y="1228824"/>
          <a:ext cx="5285735" cy="413301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012377"/>
                <a:gridCol w="4455368"/>
              </a:tblGrid>
              <a:tr h="588615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/>
                        <a:t>Class</a:t>
                      </a:r>
                    </a:p>
                  </a:txBody>
                  <a:tcPr marL="0" marR="0" marT="0" marB="0" anchor="ctr" anchorCtr="0" horzOverflow="overflow"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/>
                        <a:t>Model</a:t>
                      </a:r>
                    </a:p>
                  </a:txBody>
                  <a:tcPr marL="0" marR="0" marT="0" marB="0" anchor="ctr" anchorCtr="0" horzOverflow="overflow"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541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600"/>
                        <a:t>DMF</a:t>
                      </a:r>
                    </a:p>
                  </a:txBody>
                  <a:tcPr marL="0" marR="0" marT="0" marB="0" anchor="ctr" anchorCtr="0" horzOverflow="overflow"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0421" indent="-160421" algn="l">
                        <a:buSzPct val="100000"/>
                        <a:buChar char="‣"/>
                        <a:defRPr sz="1600"/>
                      </a:pPr>
                      <a:r>
                        <a:t>Elastic Net (EN)</a:t>
                      </a:r>
                    </a:p>
                    <a:p>
                      <a:pPr marL="160421" indent="-160421" algn="l">
                        <a:buSzPct val="100000"/>
                        <a:buChar char="‣"/>
                        <a:defRPr sz="1600"/>
                      </a:pPr>
                      <a:r>
                        <a:t>Light Gradient Boosting Machine (LGBM)</a:t>
                      </a:r>
                    </a:p>
                    <a:p>
                      <a:pPr marL="160421" indent="-160421" algn="l">
                        <a:buSzPct val="100000"/>
                        <a:buChar char="‣"/>
                        <a:defRPr sz="1600"/>
                      </a:pPr>
                      <a:r>
                        <a:t>Linear Regression (LR)</a:t>
                      </a:r>
                    </a:p>
                    <a:p>
                      <a:pPr marL="160421" indent="-160421" algn="l">
                        <a:buSzPct val="100000"/>
                        <a:buChar char="‣"/>
                        <a:defRPr sz="1600"/>
                      </a:pPr>
                      <a:r>
                        <a:t>Random Forest Regressor (RFR)</a:t>
                      </a:r>
                    </a:p>
                    <a:p>
                      <a:pPr marL="160421" indent="-160421" algn="l">
                        <a:buSzPct val="100000"/>
                        <a:buChar char="‣"/>
                        <a:defRPr sz="1600"/>
                      </a:pPr>
                      <a:r>
                        <a:t>Support Vector Regression (SVR)</a:t>
                      </a:r>
                    </a:p>
                    <a:p>
                      <a:pPr marL="160421" indent="-160421" algn="l">
                        <a:buSzPct val="100000"/>
                        <a:buChar char="‣"/>
                        <a:defRPr sz="1600"/>
                      </a:pPr>
                      <a:r>
                        <a:t>EXtreme Gradient Boosting Regressor (XGBR)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38541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600"/>
                        <a:t>Stand-alone
ANN</a:t>
                      </a:r>
                    </a:p>
                  </a:txBody>
                  <a:tcPr marL="0" marR="0" marT="0" marB="0" anchor="ctr" anchorCtr="0" horzOverflow="overflow"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0421" indent="-160421" algn="l">
                        <a:buSzPct val="100000"/>
                        <a:buChar char="‣"/>
                        <a:defRPr sz="1600"/>
                      </a:pPr>
                      <a:r>
                        <a:t>TCN-LSTM-MHA</a:t>
                      </a:r>
                    </a:p>
                    <a:p>
                      <a:pPr marL="160421" indent="-160421" algn="l">
                        <a:buSzPct val="100000"/>
                        <a:buChar char="‣"/>
                        <a:defRPr sz="1600"/>
                      </a:pPr>
                      <a:r>
                        <a:t>TCN-MHA</a:t>
                      </a:r>
                    </a:p>
                    <a:p>
                      <a:pPr marL="160421" indent="-160421" algn="l">
                        <a:buSzPct val="100000"/>
                        <a:buChar char="‣"/>
                        <a:defRPr sz="1600"/>
                      </a:pPr>
                      <a:r>
                        <a:t>LSTM-MHA</a:t>
                      </a:r>
                    </a:p>
                    <a:p>
                      <a:pPr marL="160421" indent="-160421" algn="l">
                        <a:buSzPct val="100000"/>
                        <a:buChar char="‣"/>
                        <a:defRPr sz="1600"/>
                      </a:pPr>
                      <a:r>
                        <a:t>TCN-LSTM</a:t>
                      </a:r>
                    </a:p>
                    <a:p>
                      <a:pPr marL="160421" indent="-160421" algn="l">
                        <a:buSzPct val="100000"/>
                        <a:buChar char="‣"/>
                        <a:defRPr sz="1600"/>
                      </a:pPr>
                      <a:r>
                        <a:t>TCN</a:t>
                      </a:r>
                    </a:p>
                    <a:p>
                      <a:pPr marL="160421" indent="-160421" algn="l">
                        <a:buSzPct val="100000"/>
                        <a:buChar char="‣"/>
                        <a:defRPr sz="1600"/>
                      </a:pPr>
                      <a:r>
                        <a:t>LSTM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541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600"/>
                        <a:t>Hybrid</a:t>
                      </a:r>
                    </a:p>
                  </a:txBody>
                  <a:tcPr marL="0" marR="0" marT="0" marB="0" anchor="ctr" anchorCtr="0" horzOverflow="overflow"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0421" indent="-160421" algn="l">
                        <a:buSzPct val="100000"/>
                        <a:buChar char="‣"/>
                        <a:defRPr sz="1600"/>
                      </a:pPr>
                      <a:r>
                        <a:t>VMD-TCN-LSTM-MHA (VTLM)</a:t>
                      </a:r>
                    </a:p>
                    <a:p>
                      <a:pPr marL="160421" indent="-160421" algn="l">
                        <a:buSzPct val="100000"/>
                        <a:buChar char="‣"/>
                        <a:defRPr sz="1600"/>
                      </a:pPr>
                      <a:r>
                        <a:t>VMD-TCN-MHA (VTM)</a:t>
                      </a:r>
                    </a:p>
                    <a:p>
                      <a:pPr marL="160421" indent="-160421" algn="l">
                        <a:buSzPct val="100000"/>
                        <a:buChar char="‣"/>
                        <a:defRPr sz="1600"/>
                      </a:pPr>
                      <a:r>
                        <a:t>VMD-LSTM-MHA (VLM)</a:t>
                      </a:r>
                    </a:p>
                    <a:p>
                      <a:pPr marL="160421" indent="-160421" algn="l">
                        <a:buSzPct val="100000"/>
                        <a:buChar char="‣"/>
                        <a:defRPr sz="1600"/>
                      </a:pPr>
                      <a:r>
                        <a:t>VMD-TCN-LSTM (VTL)</a:t>
                      </a:r>
                    </a:p>
                    <a:p>
                      <a:pPr marL="160421" indent="-160421" algn="l">
                        <a:buSzPct val="100000"/>
                        <a:buChar char="‣"/>
                        <a:defRPr sz="1600"/>
                      </a:pPr>
                      <a:r>
                        <a:t>VMD-TCN (VT)</a:t>
                      </a:r>
                    </a:p>
                    <a:p>
                      <a:pPr marL="160421" indent="-160421" algn="l">
                        <a:buSzPct val="100000"/>
                        <a:buChar char="‣"/>
                        <a:defRPr sz="1600"/>
                      </a:pPr>
                      <a:r>
                        <a:t>VMD-LSTM (VL)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T w="12700">
                      <a:solidFill>
                        <a:srgbClr val="000000"/>
                      </a:solidFill>
                    </a:lnT>
                    <a:lnB w="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Title 1"/>
          <p:cNvSpPr txBox="1"/>
          <p:nvPr>
            <p:ph type="title"/>
          </p:nvPr>
        </p:nvSpPr>
        <p:spPr>
          <a:xfrm>
            <a:off x="652462" y="276575"/>
            <a:ext cx="10370192" cy="1189821"/>
          </a:xfrm>
          <a:prstGeom prst="rect">
            <a:avLst/>
          </a:prstGeom>
        </p:spPr>
        <p:txBody>
          <a:bodyPr/>
          <a:lstStyle/>
          <a:p>
            <a:pPr/>
            <a:r>
              <a:t>Hyperparameter Optimization &amp; Temporal Validation</a:t>
            </a:r>
          </a:p>
        </p:txBody>
      </p:sp>
      <p:sp>
        <p:nvSpPr>
          <p:cNvPr id="457" name="Text Placeholder 2"/>
          <p:cNvSpPr txBox="1"/>
          <p:nvPr>
            <p:ph type="body" sz="half" idx="1"/>
          </p:nvPr>
        </p:nvSpPr>
        <p:spPr>
          <a:xfrm>
            <a:off x="5570276" y="1466394"/>
            <a:ext cx="5544416" cy="4449664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b="1"/>
            </a:pPr>
            <a:r>
              <a:t>Hyperparameter Tuning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Bayesian Optimization (BO) framework using Tree-Structured Parzen Estimator (TPE)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TPE is nonparametric and searches high-dimensional, conditional parameter spaces better than alternatives [18]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Hyperband pruning discards unpromising trials early during training (ANNs only) [19]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Early stopping terminates training after unimproved validation performance for 5 epochs (ANNS only) [20]</a:t>
            </a:r>
          </a:p>
          <a:p>
            <a:pPr>
              <a:defRPr b="1"/>
            </a:pPr>
          </a:p>
          <a:p>
            <a:pPr>
              <a:defRPr b="1"/>
            </a:pPr>
            <a:r>
              <a:t>Cross-Validation</a:t>
            </a:r>
            <a:r>
              <a:rPr sz="1600"/>
              <a:t> (CV)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Rolling window temporal CV with 5 folds was used in the hyperparameter tuning pipeline for DMF models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No CV used for ANNs due to computational constraints</a:t>
            </a:r>
          </a:p>
        </p:txBody>
      </p:sp>
      <p:sp>
        <p:nvSpPr>
          <p:cNvPr id="458" name="Text Placeholder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DEPARTMENT OF STATISTICS, UNIVERSITY OF ILLINOIS URBANA-CHAMPAIGN</a:t>
            </a:r>
          </a:p>
        </p:txBody>
      </p:sp>
      <p:sp>
        <p:nvSpPr>
          <p:cNvPr id="459" name="Slide Number Placeholder 4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60" name="optimization_framework.png" descr="optimization_framework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1076" y="1664867"/>
            <a:ext cx="5029201" cy="40527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Results</a:t>
            </a:r>
          </a:p>
        </p:txBody>
      </p:sp>
      <p:sp>
        <p:nvSpPr>
          <p:cNvPr id="463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DEPARTMENT OF STATISTICS, UNIVERSITY OF ILLINOIS URBANA-CHAMPAIGN</a:t>
            </a:r>
          </a:p>
        </p:txBody>
      </p:sp>
      <p:sp>
        <p:nvSpPr>
          <p:cNvPr id="464" name="Slide Number Placeholder 3"/>
          <p:cNvSpPr txBox="1"/>
          <p:nvPr>
            <p:ph type="sldNum" sz="quarter" idx="2"/>
          </p:nvPr>
        </p:nvSpPr>
        <p:spPr>
          <a:xfrm>
            <a:off x="11088479" y="6404292"/>
            <a:ext cx="265321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Title 1"/>
          <p:cNvSpPr txBox="1"/>
          <p:nvPr>
            <p:ph type="title"/>
          </p:nvPr>
        </p:nvSpPr>
        <p:spPr>
          <a:xfrm>
            <a:off x="652462" y="276575"/>
            <a:ext cx="10370192" cy="1189821"/>
          </a:xfrm>
          <a:prstGeom prst="rect">
            <a:avLst/>
          </a:prstGeom>
        </p:spPr>
        <p:txBody>
          <a:bodyPr/>
          <a:lstStyle/>
          <a:p>
            <a:pPr/>
            <a:r>
              <a:t>Frequency-Based Analysis for VMD Hyperparameter Selection</a:t>
            </a:r>
          </a:p>
        </p:txBody>
      </p:sp>
      <p:sp>
        <p:nvSpPr>
          <p:cNvPr id="467" name="Text Placeholder 2"/>
          <p:cNvSpPr txBox="1"/>
          <p:nvPr>
            <p:ph type="body" sz="quarter" idx="1"/>
          </p:nvPr>
        </p:nvSpPr>
        <p:spPr>
          <a:xfrm>
            <a:off x="652462" y="3279696"/>
            <a:ext cx="5185096" cy="2636362"/>
          </a:xfrm>
          <a:prstGeom prst="rect">
            <a:avLst/>
          </a:prstGeom>
        </p:spPr>
        <p:txBody>
          <a:bodyPr/>
          <a:lstStyle/>
          <a:p>
            <a:pPr marL="149191" indent="-149191" defTabSz="850391">
              <a:spcBef>
                <a:spcPts val="900"/>
              </a:spcBef>
              <a:buSzPct val="100000"/>
              <a:buChar char="‣"/>
              <a:defRPr sz="1488"/>
            </a:pPr>
          </a:p>
          <a:p>
            <a:pPr marL="149191" indent="-149191" defTabSz="850391">
              <a:spcBef>
                <a:spcPts val="900"/>
              </a:spcBef>
              <a:buSzPct val="100000"/>
              <a:buChar char="‣"/>
              <a:defRPr sz="1488"/>
            </a:pPr>
            <a:r>
              <a:t>Tested many mode numbers, </a:t>
            </a:r>
            <a14:m>
              <m:oMath>
                <m:r>
                  <a:rPr xmlns:a="http://schemas.openxmlformats.org/drawingml/2006/main" sz="1800" i="1">
                    <a:solidFill>
                      <a:srgbClr val="13294B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xmlns:a="http://schemas.openxmlformats.org/drawingml/2006/main" sz="1800" i="1">
                    <a:solidFill>
                      <a:srgbClr val="13294B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xmlns:a="http://schemas.openxmlformats.org/drawingml/2006/main" sz="1800" i="1">
                    <a:solidFill>
                      <a:srgbClr val="13294B"/>
                    </a:solidFill>
                    <a:latin typeface="Cambria Math" panose="02040503050406030204" pitchFamily="18" charset="0"/>
                  </a:rPr>
                  <m:t>{</m:t>
                </m:r>
                <m:r>
                  <a:rPr xmlns:a="http://schemas.openxmlformats.org/drawingml/2006/main" sz="1800" i="1">
                    <a:solidFill>
                      <a:srgbClr val="13294B"/>
                    </a:solidFill>
                    <a:latin typeface="Cambria Math" panose="02040503050406030204" pitchFamily="18" charset="0"/>
                  </a:rPr>
                  <m:t>2,3,...,20</m:t>
                </m:r>
                <m:r>
                  <a:rPr xmlns:a="http://schemas.openxmlformats.org/drawingml/2006/main" sz="1800" i="1">
                    <a:solidFill>
                      <a:srgbClr val="13294B"/>
                    </a:solidFill>
                    <a:latin typeface="Cambria Math" panose="02040503050406030204" pitchFamily="18" charset="0"/>
                  </a:rPr>
                  <m:t>}</m:t>
                </m:r>
              </m:oMath>
            </a14:m>
          </a:p>
          <a:p>
            <a:pPr marL="149191" indent="-149191" defTabSz="850391">
              <a:spcBef>
                <a:spcPts val="900"/>
              </a:spcBef>
              <a:buSzPct val="100000"/>
              <a:buChar char="‣"/>
              <a:defRPr sz="1488"/>
            </a:pPr>
            <a:r>
              <a:t>The highest standard deviation of center frequencies was found at </a:t>
            </a:r>
            <a14:m>
              <m:oMath>
                <m:r>
                  <a:rPr xmlns:a="http://schemas.openxmlformats.org/drawingml/2006/main" sz="1800" i="1">
                    <a:solidFill>
                      <a:srgbClr val="13294B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xmlns:a="http://schemas.openxmlformats.org/drawingml/2006/main" sz="1800" i="1">
                    <a:solidFill>
                      <a:srgbClr val="13294B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1800" i="1">
                    <a:solidFill>
                      <a:srgbClr val="13294B"/>
                    </a:solidFill>
                    <a:latin typeface="Cambria Math" panose="02040503050406030204" pitchFamily="18" charset="0"/>
                  </a:rPr>
                  <m:t>5</m:t>
                </m:r>
              </m:oMath>
            </a14:m>
            <a:r>
              <a:t>, </a:t>
            </a:r>
            <a14:m>
              <m:oMath>
                <m:r>
                  <a:rPr xmlns:a="http://schemas.openxmlformats.org/drawingml/2006/main" sz="1800" i="1">
                    <a:solidFill>
                      <a:srgbClr val="13294B"/>
                    </a:solidFill>
                    <a:latin typeface="Cambria Math" panose="02040503050406030204" pitchFamily="18" charset="0"/>
                  </a:rPr>
                  <m:t>α</m:t>
                </m:r>
                <m:r>
                  <a:rPr xmlns:a="http://schemas.openxmlformats.org/drawingml/2006/main" sz="1800" i="1">
                    <a:solidFill>
                      <a:srgbClr val="13294B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1800" i="1">
                    <a:solidFill>
                      <a:srgbClr val="13294B"/>
                    </a:solidFill>
                    <a:latin typeface="Cambria Math" panose="02040503050406030204" pitchFamily="18" charset="0"/>
                  </a:rPr>
                  <m:t>4,000</m:t>
                </m:r>
              </m:oMath>
            </a14:m>
          </a:p>
          <a:p>
            <a:pPr marL="149191" indent="-149191" defTabSz="850391">
              <a:spcBef>
                <a:spcPts val="900"/>
              </a:spcBef>
              <a:buSzPct val="100000"/>
              <a:buChar char="‣"/>
              <a:defRPr sz="1488"/>
            </a:pPr>
            <a:r>
              <a:t>Correlation tended to dip after IMF5 for all values of </a:t>
            </a:r>
            <a14:m>
              <m:oMath>
                <m:r>
                  <a:rPr xmlns:a="http://schemas.openxmlformats.org/drawingml/2006/main" sz="1800" i="1">
                    <a:solidFill>
                      <a:srgbClr val="13294B"/>
                    </a:solidFill>
                    <a:latin typeface="Cambria Math" panose="02040503050406030204" pitchFamily="18" charset="0"/>
                  </a:rPr>
                  <m:t>k</m:t>
                </m:r>
              </m:oMath>
            </a14:m>
          </a:p>
          <a:p>
            <a:pPr marL="149191" indent="-149191" defTabSz="850391">
              <a:spcBef>
                <a:spcPts val="900"/>
              </a:spcBef>
              <a:buSzPct val="100000"/>
              <a:buChar char="‣"/>
              <a:defRPr sz="1488"/>
            </a:pPr>
            <a:r>
              <a:t>Overall, IMFs tended to represent different frequencies</a:t>
            </a:r>
          </a:p>
          <a:p>
            <a:pPr marL="149191" indent="-149191" defTabSz="850391">
              <a:spcBef>
                <a:spcPts val="900"/>
              </a:spcBef>
              <a:buSzPct val="100000"/>
              <a:buChar char="‣"/>
              <a:defRPr sz="1488"/>
            </a:pPr>
            <a:r>
              <a:t>IMF1 captured the general trend of historical prices</a:t>
            </a:r>
          </a:p>
          <a:p>
            <a:pPr marL="149191" indent="-149191" defTabSz="850391">
              <a:spcBef>
                <a:spcPts val="900"/>
              </a:spcBef>
              <a:buSzPct val="100000"/>
              <a:buChar char="‣"/>
              <a:defRPr sz="1488"/>
            </a:pPr>
            <a:r>
              <a:t>Substantial mode mixing present, although this was common across all tested decompositions</a:t>
            </a:r>
          </a:p>
        </p:txBody>
      </p:sp>
      <p:sp>
        <p:nvSpPr>
          <p:cNvPr id="468" name="Text Placeholder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DEPARTMENT OF STATISTICS, UNIVERSITY OF ILLINOIS URBANA-CHAMPAIGN</a:t>
            </a:r>
          </a:p>
        </p:txBody>
      </p:sp>
      <p:sp>
        <p:nvSpPr>
          <p:cNvPr id="469" name="Slide Number Placeholder 4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70" name="fc_std.png" descr="fc_std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00400" y="1466394"/>
            <a:ext cx="2743200" cy="1813303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fc_corr.png" descr="fc_corr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7200" y="1466394"/>
            <a:ext cx="2743200" cy="1813303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methods_vmd.png" descr="methods_vmd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096000" y="1249288"/>
            <a:ext cx="5257800" cy="49291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Title 1"/>
          <p:cNvSpPr txBox="1"/>
          <p:nvPr>
            <p:ph type="title"/>
          </p:nvPr>
        </p:nvSpPr>
        <p:spPr>
          <a:xfrm>
            <a:off x="652462" y="276575"/>
            <a:ext cx="10370192" cy="1189821"/>
          </a:xfrm>
          <a:prstGeom prst="rect">
            <a:avLst/>
          </a:prstGeom>
        </p:spPr>
        <p:txBody>
          <a:bodyPr/>
          <a:lstStyle/>
          <a:p>
            <a:pPr/>
            <a:r>
              <a:t>Test Set Forecast Accuracy Metrics</a:t>
            </a:r>
          </a:p>
        </p:txBody>
      </p:sp>
      <p:sp>
        <p:nvSpPr>
          <p:cNvPr id="475" name="Text Placeholder 2"/>
          <p:cNvSpPr txBox="1"/>
          <p:nvPr>
            <p:ph type="body" sz="quarter" idx="1"/>
          </p:nvPr>
        </p:nvSpPr>
        <p:spPr>
          <a:xfrm>
            <a:off x="5837558" y="1352827"/>
            <a:ext cx="5535250" cy="2446294"/>
          </a:xfrm>
          <a:prstGeom prst="rect">
            <a:avLst/>
          </a:prstGeom>
        </p:spPr>
        <p:txBody>
          <a:bodyPr numCol="2" spcCol="276762">
            <a:noAutofit/>
          </a:bodyPr>
          <a:lstStyle/>
          <a:p>
            <a:pPr indent="228600" algn="ctr">
              <a:defRPr b="1" sz="1600"/>
            </a:pPr>
            <a:r>
              <a:t>Mean Absolute Error (MAE)</a:t>
            </a:r>
          </a:p>
          <a:p>
            <a:pPr indent="228600" algn="ctr">
              <a:defRPr sz="1200"/>
            </a:pPr>
            <a14:m>
              <m:oMathPara>
                <m:oMathParaPr>
                  <m:jc m:val="center"/>
                </m:oMathParaPr>
                <m:oMath>
                  <m:r>
                    <m:rPr>
                      <m:nor/>
                    </m:rPr>
                    <a:rPr xmlns:a="http://schemas.openxmlformats.org/drawingml/2006/main" sz="14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MAE</m:t>
                  </m:r>
                  <m:r>
                    <a:rPr xmlns:a="http://schemas.openxmlformats.org/drawingml/2006/main" sz="14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145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145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145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den>
                  </m:f>
                  <m:limUpp>
                    <m:e>
                      <m:limLow>
                        <m:e>
                          <m:r>
                            <a:rPr xmlns:a="http://schemas.openxmlformats.org/drawingml/2006/main" sz="145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xmlns:a="http://schemas.openxmlformats.org/drawingml/2006/main" sz="145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145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145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145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lim>
                  </m:limUpp>
                  <m:r>
                    <a:rPr xmlns:a="http://schemas.openxmlformats.org/drawingml/2006/main" sz="14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|</m:t>
                  </m:r>
                  <m:sSub>
                    <m:e>
                      <m:r>
                        <a:rPr xmlns:a="http://schemas.openxmlformats.org/drawingml/2006/main" sz="145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sub>
                      <m:r>
                        <a:rPr xmlns:a="http://schemas.openxmlformats.org/drawingml/2006/main" sz="145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14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-</m:t>
                  </m:r>
                  <m:sSub>
                    <m:e>
                      <m:limUpp>
                        <m:e>
                          <m:r>
                            <a:rPr xmlns:a="http://schemas.openxmlformats.org/drawingml/2006/main" sz="145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lim>
                          <m:r>
                            <a:rPr xmlns:a="http://schemas.openxmlformats.org/drawingml/2006/main" sz="145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̂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145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14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|</m:t>
                  </m:r>
                </m:oMath>
              </m:oMathPara>
            </a14:m>
          </a:p>
          <a:p>
            <a:pPr indent="228600" algn="ctr">
              <a:defRPr b="1" sz="1600"/>
            </a:pPr>
            <a:r>
              <a:t>Mean Directional Accuracy (MDA)</a:t>
            </a:r>
          </a:p>
          <a:p>
            <a:pPr indent="228600" algn="ctr">
              <a:defRPr sz="1200"/>
            </a:pPr>
            <a14:m>
              <m:oMathPara>
                <m:oMathParaPr>
                  <m:jc m:val="center"/>
                </m:oMathParaPr>
                <m:oMath>
                  <m:r>
                    <m:rPr>
                      <m:nor/>
                    </m:rPr>
                    <a:rPr xmlns:a="http://schemas.openxmlformats.org/drawingml/2006/main" sz="140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MDA</m:t>
                  </m:r>
                  <m:r>
                    <a:rPr xmlns:a="http://schemas.openxmlformats.org/drawingml/2006/main" sz="140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14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14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14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xmlns:a="http://schemas.openxmlformats.org/drawingml/2006/main" sz="14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14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den>
                  </m:f>
                  <m:limUpp>
                    <m:e>
                      <m:limLow>
                        <m:e>
                          <m:r>
                            <a:rPr xmlns:a="http://schemas.openxmlformats.org/drawingml/2006/main" sz="14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xmlns:a="http://schemas.openxmlformats.org/drawingml/2006/main" sz="14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14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14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14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lim>
                  </m:limUpp>
                  <m:sSub>
                    <m:e>
                      <m:r>
                        <m:rPr>
                          <m:sty m:val="b"/>
                        </m:rPr>
                        <a:rPr xmlns:a="http://schemas.openxmlformats.org/drawingml/2006/main" sz="14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e>
                    <m:sub>
                      <m:r>
                        <a:rPr xmlns:a="http://schemas.openxmlformats.org/drawingml/2006/main" sz="14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xmlns:a="http://schemas.openxmlformats.org/drawingml/2006/main" sz="14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sz="14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14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14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sSub>
                        <m:e>
                          <m:r>
                            <a:rPr xmlns:a="http://schemas.openxmlformats.org/drawingml/2006/main" sz="14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14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14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-</m:t>
                          </m:r>
                          <m:r>
                            <a:rPr xmlns:a="http://schemas.openxmlformats.org/drawingml/2006/main" sz="14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xmlns:a="http://schemas.openxmlformats.org/drawingml/2006/main" sz="14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14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limUpp>
                            <m:e>
                              <m:r>
                                <a:rPr xmlns:a="http://schemas.openxmlformats.org/drawingml/2006/main" sz="14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lim>
                              <m:r>
                                <a:rPr xmlns:a="http://schemas.openxmlformats.org/drawingml/2006/main" sz="14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</a:rPr>
                                <m:t>̂</m:t>
                              </m:r>
                            </m:lim>
                          </m:limUpp>
                        </m:e>
                        <m:sub>
                          <m:r>
                            <a:rPr xmlns:a="http://schemas.openxmlformats.org/drawingml/2006/main" sz="14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14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sSub>
                        <m:e>
                          <m:r>
                            <a:rPr xmlns:a="http://schemas.openxmlformats.org/drawingml/2006/main" sz="14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14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14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-</m:t>
                          </m:r>
                          <m:r>
                            <a:rPr xmlns:a="http://schemas.openxmlformats.org/drawingml/2006/main" sz="14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xmlns:a="http://schemas.openxmlformats.org/drawingml/2006/main" sz="14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14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xmlns:a="http://schemas.openxmlformats.org/drawingml/2006/main" sz="14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xmlns:a="http://schemas.openxmlformats.org/drawingml/2006/main" sz="14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sub>
                  </m:sSub>
                </m:oMath>
              </m:oMathPara>
            </a14:m>
          </a:p>
          <a:p>
            <a:pPr indent="228600" algn="ctr">
              <a:defRPr b="1" sz="1600"/>
            </a:pPr>
            <a:r>
              <a:t>Root Mean Squared Error (RMSE)</a:t>
            </a:r>
          </a:p>
          <a:p>
            <a:pPr indent="228600" algn="ctr">
              <a:defRPr sz="1200"/>
            </a:pPr>
            <a14:m>
              <m:oMathPara>
                <m:oMathParaPr>
                  <m:jc m:val="center"/>
                </m:oMathParaPr>
                <m:oMath>
                  <m:r>
                    <m:rPr>
                      <m:nor/>
                    </m:rPr>
                    <a:rPr xmlns:a="http://schemas.openxmlformats.org/drawingml/2006/main" sz="14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RMSE</m:t>
                  </m:r>
                  <m:r>
                    <a:rPr xmlns:a="http://schemas.openxmlformats.org/drawingml/2006/main" sz="14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=</m:t>
                  </m:r>
                  <m:rad>
                    <m:radPr>
                      <m:ctrlPr>
                        <a:rPr xmlns:a="http://schemas.openxmlformats.org/drawingml/2006/main" sz="145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</m:ctrlPr>
                      <m:degHide m:val="on"/>
                    </m:radPr>
                    <m:deg/>
                    <m:e>
                      <m:f>
                        <m:fPr>
                          <m:ctrlPr>
                            <a:rPr xmlns:a="http://schemas.openxmlformats.org/drawingml/2006/main" sz="145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</m:ctrlPr>
                          <m:type m:val="bar"/>
                        </m:fPr>
                        <m:num>
                          <m:r>
                            <a:rPr xmlns:a="http://schemas.openxmlformats.org/drawingml/2006/main" sz="145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xmlns:a="http://schemas.openxmlformats.org/drawingml/2006/main" sz="145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limUpp>
                        <m:e>
                          <m:limLow>
                            <m:e>
                              <m:r>
                                <a:rPr xmlns:a="http://schemas.openxmlformats.org/drawingml/2006/main" sz="145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xmlns:a="http://schemas.openxmlformats.org/drawingml/2006/main" sz="145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xmlns:a="http://schemas.openxmlformats.org/drawingml/2006/main" sz="145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xmlns:a="http://schemas.openxmlformats.org/drawingml/2006/main" sz="145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xmlns:a="http://schemas.openxmlformats.org/drawingml/2006/main" sz="145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lim>
                      </m:limUpp>
                      <m:r>
                        <a:rPr xmlns:a="http://schemas.openxmlformats.org/drawingml/2006/main" sz="145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sz="145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145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145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sSub>
                        <m:e>
                          <m:limUpp>
                            <m:e>
                              <m:r>
                                <a:rPr xmlns:a="http://schemas.openxmlformats.org/drawingml/2006/main" sz="145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lim>
                              <m:r>
                                <a:rPr xmlns:a="http://schemas.openxmlformats.org/drawingml/2006/main" sz="145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</a:rPr>
                                <m:t>̂</m:t>
                              </m:r>
                            </m:lim>
                          </m:limUpp>
                        </m:e>
                        <m:sub>
                          <m:r>
                            <a:rPr xmlns:a="http://schemas.openxmlformats.org/drawingml/2006/main" sz="145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p>
                        <m:e>
                          <m:r>
                            <a:rPr xmlns:a="http://schemas.openxmlformats.org/drawingml/2006/main" sz="145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145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e>
                  </m:rad>
                </m:oMath>
              </m:oMathPara>
            </a14:m>
          </a:p>
          <a:p>
            <a:pPr indent="228600" algn="ctr">
              <a:defRPr b="1" sz="1600"/>
            </a:pPr>
            <a:r>
              <a:t>Coefficient of Determination (R</a:t>
            </a:r>
            <a:r>
              <a:rPr baseline="31999"/>
              <a:t>2</a:t>
            </a:r>
            <a:r>
              <a:t>)</a:t>
            </a:r>
          </a:p>
          <a:p>
            <a:pPr indent="228600" algn="ctr">
              <a:defRPr sz="1200"/>
            </a:pPr>
            <a14:m>
              <m:oMathPara>
                <m:oMathParaPr>
                  <m:jc m:val="center"/>
                </m:oMathParaPr>
                <m:oMath>
                  <m:sSup>
                    <m:e>
                      <m:r>
                        <m:rPr>
                          <m:nor/>
                        </m:rPr>
                        <a:rPr xmlns:a="http://schemas.openxmlformats.org/drawingml/2006/main" sz="12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</m:e>
                    <m:sup>
                      <m:r>
                        <a:rPr xmlns:a="http://schemas.openxmlformats.org/drawingml/2006/main" sz="12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120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120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1</m:t>
                  </m:r>
                  <m:r>
                    <a:rPr xmlns:a="http://schemas.openxmlformats.org/drawingml/2006/main" sz="120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-</m:t>
                  </m:r>
                  <m:f>
                    <m:fPr>
                      <m:ctrlPr>
                        <a:rPr xmlns:a="http://schemas.openxmlformats.org/drawingml/2006/main" sz="12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sSubSup>
                        <m:e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sub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bSup>
                      <m:r>
                        <a:rPr xmlns:a="http://schemas.openxmlformats.org/drawingml/2006/main" sz="12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12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sSub>
                        <m:e>
                          <m:limUpp>
                            <m:e>
                              <m:r>
                                <a:rPr xmlns:a="http://schemas.openxmlformats.org/drawingml/2006/main" sz="12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lim>
                              <m:r>
                                <a:rPr xmlns:a="http://schemas.openxmlformats.org/drawingml/2006/main" sz="12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</a:rPr>
                                <m:t>̂</m:t>
                              </m:r>
                            </m:lim>
                          </m:limUpp>
                        </m:e>
                        <m:sub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p>
                        <m:e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num>
                    <m:den>
                      <m:sSubSup>
                        <m:e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sub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bSup>
                      <m:r>
                        <a:rPr xmlns:a="http://schemas.openxmlformats.org/drawingml/2006/main" sz="12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12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bar>
                        <m:barPr>
                          <m:ctrlP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bar>
                      <m:sSup>
                        <m:e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den>
                  </m:f>
                  <m:r>
                    <a:rPr xmlns:a="http://schemas.openxmlformats.org/drawingml/2006/main" sz="120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12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sSubSup>
                        <m:e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sub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bSup>
                      <m:r>
                        <a:rPr xmlns:a="http://schemas.openxmlformats.org/drawingml/2006/main" sz="12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limUpp>
                            <m:e>
                              <m:r>
                                <a:rPr xmlns:a="http://schemas.openxmlformats.org/drawingml/2006/main" sz="12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lim>
                              <m:r>
                                <a:rPr xmlns:a="http://schemas.openxmlformats.org/drawingml/2006/main" sz="12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</a:rPr>
                                <m:t>̂</m:t>
                              </m:r>
                            </m:lim>
                          </m:limUpp>
                        </m:e>
                        <m:sub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12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bar>
                        <m:barPr>
                          <m:ctrlP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bar>
                      <m:sSup>
                        <m:e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num>
                    <m:den>
                      <m:sSubSup>
                        <m:e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sub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bSup>
                      <m:r>
                        <a:rPr xmlns:a="http://schemas.openxmlformats.org/drawingml/2006/main" sz="12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12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bar>
                        <m:barPr>
                          <m:ctrlP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bar>
                      <m:sSup>
                        <m:e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den>
                  </m:f>
                </m:oMath>
              </m:oMathPara>
            </a14:m>
          </a:p>
        </p:txBody>
      </p:sp>
      <p:sp>
        <p:nvSpPr>
          <p:cNvPr id="476" name="Text Placeholder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DEPARTMENT OF STATISTICS, UNIVERSITY OF ILLINOIS URBANA-CHAMPAIGN</a:t>
            </a:r>
          </a:p>
        </p:txBody>
      </p:sp>
      <p:sp>
        <p:nvSpPr>
          <p:cNvPr id="477" name="Slide Number Placeholder 4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78" name="test_$\text{r}^2$.svg" descr="test_$\text{r}^2$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58365" y="3609748"/>
            <a:ext cx="2679194" cy="214335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9" name="test_mda.svg" descr="test_mda.sv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7200" y="3609748"/>
            <a:ext cx="2679193" cy="2143355"/>
          </a:xfrm>
          <a:prstGeom prst="rect">
            <a:avLst/>
          </a:prstGeom>
          <a:ln w="12700">
            <a:miter lim="400000"/>
          </a:ln>
        </p:spPr>
      </p:pic>
      <p:pic>
        <p:nvPicPr>
          <p:cNvPr id="480" name="test_mae.svg" descr="test_mae.sv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57200" y="1466394"/>
            <a:ext cx="2679193" cy="2143355"/>
          </a:xfrm>
          <a:prstGeom prst="rect">
            <a:avLst/>
          </a:prstGeom>
          <a:ln w="12700">
            <a:miter lim="400000"/>
          </a:ln>
        </p:spPr>
      </p:pic>
      <p:pic>
        <p:nvPicPr>
          <p:cNvPr id="481" name="test_rmse.svg" descr="test_rmse.sv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194304" y="1466394"/>
            <a:ext cx="2679193" cy="2143355"/>
          </a:xfrm>
          <a:prstGeom prst="rect">
            <a:avLst/>
          </a:prstGeom>
          <a:ln w="12700">
            <a:miter lim="400000"/>
          </a:ln>
        </p:spPr>
      </p:pic>
      <p:sp>
        <p:nvSpPr>
          <p:cNvPr id="482" name="Text Placeholder 2"/>
          <p:cNvSpPr txBox="1"/>
          <p:nvPr/>
        </p:nvSpPr>
        <p:spPr>
          <a:xfrm>
            <a:off x="5837558" y="3609748"/>
            <a:ext cx="5535250" cy="2635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 indent="228600">
              <a:lnSpc>
                <a:spcPct val="90000"/>
              </a:lnSpc>
              <a:spcBef>
                <a:spcPts val="1000"/>
              </a:spcBef>
              <a:defRPr b="1" sz="700">
                <a:solidFill>
                  <a:srgbClr val="13294B"/>
                </a:solidFill>
              </a:defRPr>
            </a:pPr>
          </a:p>
          <a:p>
            <a:pPr indent="228600"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13294B"/>
                </a:solidFill>
              </a:defRPr>
            </a:pPr>
            <a:r>
              <a:t>(Only the top ten models are shown for each metric.)</a:t>
            </a:r>
          </a:p>
          <a:p>
            <a:pPr marL="457200" indent="-228600">
              <a:lnSpc>
                <a:spcPct val="90000"/>
              </a:lnSpc>
              <a:spcBef>
                <a:spcPts val="1000"/>
              </a:spcBef>
              <a:buSzPct val="100000"/>
              <a:buChar char="‣"/>
              <a:defRPr sz="1600">
                <a:solidFill>
                  <a:srgbClr val="13294B"/>
                </a:solidFill>
              </a:defRPr>
            </a:pPr>
            <a:r>
              <a:t>VMD-LSTM-MHA (VLM) architecture demonstrated the lowest MAE, RMSE and the greatest MDA, R</a:t>
            </a:r>
            <a:r>
              <a:rPr baseline="31999"/>
              <a:t>2</a:t>
            </a:r>
          </a:p>
          <a:p>
            <a:pPr lvl="1" marL="838200" indent="-228600">
              <a:lnSpc>
                <a:spcPct val="90000"/>
              </a:lnSpc>
              <a:spcBef>
                <a:spcPts val="1000"/>
              </a:spcBef>
              <a:buSzPct val="100000"/>
              <a:buChar char="•"/>
              <a:defRPr sz="1600">
                <a:solidFill>
                  <a:srgbClr val="13294B"/>
                </a:solidFill>
              </a:defRPr>
            </a:pPr>
            <a14:m>
              <m:oMathPara>
                <m:oMathParaPr>
                  <m:jc m:val="left"/>
                </m:oMathParaPr>
                <m:oMath>
                  <m:r>
                    <m:rPr>
                      <m:nor/>
                    </m:rPr>
                    <a:rPr xmlns:a="http://schemas.openxmlformats.org/drawingml/2006/main" sz="19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MAE</m:t>
                  </m:r>
                  <m:r>
                    <a:rPr xmlns:a="http://schemas.openxmlformats.org/drawingml/2006/main" sz="19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19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21.502</m:t>
                  </m:r>
                  <m:r>
                    <m:rPr>
                      <m:nor/>
                    </m:rPr>
                    <a:rPr xmlns:a="http://schemas.openxmlformats.org/drawingml/2006/main" sz="19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EUR</m:t>
                  </m:r>
                </m:oMath>
              </m:oMathPara>
            </a14:m>
          </a:p>
          <a:p>
            <a:pPr lvl="1" marL="838200" indent="-228600">
              <a:lnSpc>
                <a:spcPct val="90000"/>
              </a:lnSpc>
              <a:spcBef>
                <a:spcPts val="1000"/>
              </a:spcBef>
              <a:buSzPct val="100000"/>
              <a:buChar char="•"/>
              <a:defRPr sz="1600">
                <a:solidFill>
                  <a:srgbClr val="13294B"/>
                </a:solidFill>
              </a:defRPr>
            </a:pPr>
            <a14:m>
              <m:oMathPara>
                <m:oMathParaPr>
                  <m:jc m:val="left"/>
                </m:oMathParaPr>
                <m:oMath>
                  <m:r>
                    <m:rPr>
                      <m:nor/>
                    </m:rPr>
                    <a:rPr xmlns:a="http://schemas.openxmlformats.org/drawingml/2006/main" sz="19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RMSE</m:t>
                  </m:r>
                  <m:r>
                    <a:rPr xmlns:a="http://schemas.openxmlformats.org/drawingml/2006/main" sz="19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19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34.604</m:t>
                  </m:r>
                  <m:r>
                    <m:rPr>
                      <m:nor/>
                    </m:rPr>
                    <a:rPr xmlns:a="http://schemas.openxmlformats.org/drawingml/2006/main" sz="19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EUR</m:t>
                  </m:r>
                </m:oMath>
              </m:oMathPara>
            </a14:m>
          </a:p>
          <a:p>
            <a:pPr lvl="1" marL="838200" indent="-228600">
              <a:lnSpc>
                <a:spcPct val="90000"/>
              </a:lnSpc>
              <a:spcBef>
                <a:spcPts val="1000"/>
              </a:spcBef>
              <a:buSzPct val="100000"/>
              <a:buChar char="•"/>
              <a:defRPr sz="1600">
                <a:solidFill>
                  <a:srgbClr val="13294B"/>
                </a:solidFill>
              </a:defRPr>
            </a:pPr>
            <a14:m>
              <m:oMathPara>
                <m:oMathParaPr>
                  <m:jc m:val="left"/>
                </m:oMathParaPr>
                <m:oMath>
                  <m:r>
                    <m:rPr>
                      <m:nor/>
                    </m:rPr>
                    <a:rPr xmlns:a="http://schemas.openxmlformats.org/drawingml/2006/main" sz="19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MDA</m:t>
                  </m:r>
                  <m:r>
                    <a:rPr xmlns:a="http://schemas.openxmlformats.org/drawingml/2006/main" sz="19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19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0.731</m:t>
                  </m:r>
                  <m:r>
                    <a:rPr xmlns:a="http://schemas.openxmlformats.org/drawingml/2006/main" sz="19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19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73.1</m:t>
                  </m:r>
                  <m:r>
                    <a:rPr xmlns:a="http://schemas.openxmlformats.org/drawingml/2006/main" sz="19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%</m:t>
                  </m:r>
                </m:oMath>
              </m:oMathPara>
            </a14:m>
          </a:p>
          <a:p>
            <a:pPr lvl="1" marL="838200" indent="-228600">
              <a:lnSpc>
                <a:spcPct val="90000"/>
              </a:lnSpc>
              <a:spcBef>
                <a:spcPts val="1000"/>
              </a:spcBef>
              <a:buSzPct val="100000"/>
              <a:buChar char="•"/>
              <a:defRPr sz="1600">
                <a:solidFill>
                  <a:srgbClr val="13294B"/>
                </a:solidFill>
              </a:defRPr>
            </a:pPr>
            <a14:m>
              <m:oMathPara>
                <m:oMathParaPr>
                  <m:jc m:val="left"/>
                </m:oMathParaPr>
                <m:oMath>
                  <m:sSup>
                    <m:e>
                      <m:r>
                        <m:rPr>
                          <m:nor/>
                        </m:rPr>
                        <a:rPr xmlns:a="http://schemas.openxmlformats.org/drawingml/2006/main" sz="195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</m:e>
                    <m:sup>
                      <m:r>
                        <a:rPr xmlns:a="http://schemas.openxmlformats.org/drawingml/2006/main" sz="195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19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19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0.580</m:t>
                  </m:r>
                  <m:r>
                    <a:rPr xmlns:a="http://schemas.openxmlformats.org/drawingml/2006/main" sz="19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19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58</m:t>
                  </m:r>
                  <m:r>
                    <a:rPr xmlns:a="http://schemas.openxmlformats.org/drawingml/2006/main" sz="1950" i="1">
                      <a:solidFill>
                        <a:srgbClr val="13294B"/>
                      </a:solidFill>
                      <a:latin typeface="Cambria Math" panose="02040503050406030204" pitchFamily="18" charset="0"/>
                    </a:rPr>
                    <m:t>%</m:t>
                  </m:r>
                </m:oMath>
              </m:oMathPara>
            </a14:m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Title 1"/>
          <p:cNvSpPr txBox="1"/>
          <p:nvPr>
            <p:ph type="title"/>
          </p:nvPr>
        </p:nvSpPr>
        <p:spPr>
          <a:xfrm>
            <a:off x="652462" y="276575"/>
            <a:ext cx="10370192" cy="1189821"/>
          </a:xfrm>
          <a:prstGeom prst="rect">
            <a:avLst/>
          </a:prstGeom>
        </p:spPr>
        <p:txBody>
          <a:bodyPr/>
          <a:lstStyle/>
          <a:p>
            <a:pPr/>
            <a:r>
              <a:t>Test Set Forecast Accuracy of the VMD-LSTM-MHA Model</a:t>
            </a:r>
          </a:p>
        </p:txBody>
      </p:sp>
      <p:sp>
        <p:nvSpPr>
          <p:cNvPr id="485" name="Text Placeholder 2"/>
          <p:cNvSpPr txBox="1"/>
          <p:nvPr>
            <p:ph type="body" sz="half" idx="1"/>
          </p:nvPr>
        </p:nvSpPr>
        <p:spPr>
          <a:xfrm>
            <a:off x="5842975" y="1626506"/>
            <a:ext cx="5535250" cy="4777787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228600">
              <a:defRPr b="1"/>
            </a:pPr>
            <a:r>
              <a:t>Residual Distribution</a:t>
            </a:r>
          </a:p>
          <a:p>
            <a:pPr marL="389021" indent="-160421">
              <a:buSzPct val="100000"/>
              <a:buChar char="‣"/>
              <a:defRPr sz="1600"/>
            </a:pPr>
            <a:r>
              <a:t>Residuals are approximately centered around zero</a:t>
            </a:r>
          </a:p>
          <a:p>
            <a:pPr marL="389021" indent="-160421">
              <a:buSzPct val="100000"/>
              <a:buChar char="‣"/>
              <a:defRPr sz="1600"/>
            </a:pPr>
            <a:r>
              <a:t>Long right skew implies rare but drastic under-prediction </a:t>
            </a:r>
          </a:p>
          <a:p>
            <a:pPr indent="228600">
              <a:defRPr b="1"/>
            </a:pPr>
            <a:r>
              <a:t>Residual Autocorrelation Function</a:t>
            </a:r>
          </a:p>
          <a:p>
            <a:pPr marL="429126" indent="-200526">
              <a:buSzPct val="100000"/>
              <a:buChar char="‣"/>
              <a:defRPr sz="1600"/>
            </a:pPr>
            <a:r>
              <a:t>Significant autocorrelation in residuals</a:t>
            </a:r>
          </a:p>
          <a:p>
            <a:pPr marL="429126" indent="-200526">
              <a:buSzPct val="100000"/>
              <a:buChar char="‣"/>
              <a:defRPr sz="1600"/>
            </a:pPr>
            <a:r>
              <a:t>Implies a large amount of accounted lagged feature importance in network weights</a:t>
            </a:r>
          </a:p>
          <a:p>
            <a:pPr indent="228600">
              <a:defRPr b="1"/>
            </a:pPr>
            <a:r>
              <a:t>Daily-Weighted Mean Absolute Errors</a:t>
            </a:r>
          </a:p>
          <a:p>
            <a:pPr indent="228600" algn="ctr">
              <a:defRPr sz="1600"/>
            </a:pPr>
            <a14:m>
              <m:oMath>
                <m:r>
                  <m:rPr>
                    <m:nor/>
                  </m:rPr>
                  <a:rPr xmlns:a="http://schemas.openxmlformats.org/drawingml/2006/main" sz="1950" i="1">
                    <a:solidFill>
                      <a:srgbClr val="13294B"/>
                    </a:solidFill>
                    <a:latin typeface="Cambria Math" panose="02040503050406030204" pitchFamily="18" charset="0"/>
                  </a:rPr>
                  <m:t>DMAE</m:t>
                </m:r>
                <m:r>
                  <a:rPr xmlns:a="http://schemas.openxmlformats.org/drawingml/2006/main" sz="1950" i="1">
                    <a:solidFill>
                      <a:srgbClr val="13294B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xmlns:a="http://schemas.openxmlformats.org/drawingml/2006/main" sz="1950" i="1">
                        <a:solidFill>
                          <a:srgbClr val="13294B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1950" i="1">
                        <a:solidFill>
                          <a:srgbClr val="13294B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xmlns:a="http://schemas.openxmlformats.org/drawingml/2006/main" sz="1950" i="1">
                        <a:solidFill>
                          <a:srgbClr val="13294B"/>
                        </a:solidFill>
                        <a:latin typeface="Cambria Math" panose="02040503050406030204" pitchFamily="18" charset="0"/>
                      </a:rPr>
                      <m:t>24</m:t>
                    </m:r>
                  </m:den>
                </m:f>
                <m:limUpp>
                  <m:e>
                    <m:limLow>
                      <m:e>
                        <m:r>
                          <a:rPr xmlns:a="http://schemas.openxmlformats.org/drawingml/2006/main" sz="1950" i="1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</m:e>
                      <m:lim>
                        <m:r>
                          <a:rPr xmlns:a="http://schemas.openxmlformats.org/drawingml/2006/main" sz="1950" i="1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xmlns:a="http://schemas.openxmlformats.org/drawingml/2006/main" sz="1950" i="1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xmlns:a="http://schemas.openxmlformats.org/drawingml/2006/main" sz="1950" i="1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lim>
                    </m:limLow>
                  </m:e>
                  <m:lim>
                    <m:r>
                      <a:rPr xmlns:a="http://schemas.openxmlformats.org/drawingml/2006/main" sz="1950" i="1">
                        <a:solidFill>
                          <a:srgbClr val="13294B"/>
                        </a:solidFill>
                        <a:latin typeface="Cambria Math" panose="02040503050406030204" pitchFamily="18" charset="0"/>
                      </a:rPr>
                      <m:t>24</m:t>
                    </m:r>
                  </m:lim>
                </m:limUpp>
                <m:f>
                  <m:fPr>
                    <m:ctrlPr>
                      <a:rPr xmlns:a="http://schemas.openxmlformats.org/drawingml/2006/main" sz="1950" i="1">
                        <a:solidFill>
                          <a:srgbClr val="13294B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1950" i="1">
                        <a:solidFill>
                          <a:srgbClr val="13294B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xmlns:a="http://schemas.openxmlformats.org/drawingml/2006/main" sz="1950" i="1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xmlns:a="http://schemas.openxmlformats.org/drawingml/2006/main" sz="1950" i="1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xmlns:a="http://schemas.openxmlformats.org/drawingml/2006/main" sz="1950" i="1">
                        <a:solidFill>
                          <a:srgbClr val="13294B"/>
                        </a:solidFill>
                        <a:latin typeface="Cambria Math" panose="02040503050406030204" pitchFamily="18" charset="0"/>
                      </a:rPr>
                      <m:t>-</m:t>
                    </m:r>
                    <m:sSub>
                      <m:e>
                        <m:limUpp>
                          <m:e>
                            <m:r>
                              <a:rPr xmlns:a="http://schemas.openxmlformats.org/drawingml/2006/main" sz="1950" i="1">
                                <a:solidFill>
                                  <a:srgbClr val="13294B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lim>
                            <m:r>
                              <a:rPr xmlns:a="http://schemas.openxmlformats.org/drawingml/2006/main" sz="1950" i="1">
                                <a:solidFill>
                                  <a:srgbClr val="13294B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b>
                        <m:r>
                          <a:rPr xmlns:a="http://schemas.openxmlformats.org/drawingml/2006/main" sz="1950" i="1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xmlns:a="http://schemas.openxmlformats.org/drawingml/2006/main" sz="1950" i="1">
                        <a:solidFill>
                          <a:srgbClr val="13294B"/>
                        </a:solidFill>
                        <a:latin typeface="Cambria Math" panose="02040503050406030204" pitchFamily="18" charset="0"/>
                      </a:rPr>
                      <m:t>|</m:t>
                    </m:r>
                  </m:num>
                  <m:den>
                    <m:sSub>
                      <m:e>
                        <m:bar>
                          <m:barPr>
                            <m:ctrlPr>
                              <a:rPr xmlns:a="http://schemas.openxmlformats.org/drawingml/2006/main" sz="1950" i="1">
                                <a:solidFill>
                                  <a:srgbClr val="13294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  <m:pos m:val="top"/>
                          </m:barPr>
                          <m:e>
                            <m:r>
                              <a:rPr xmlns:a="http://schemas.openxmlformats.org/drawingml/2006/main" sz="1950" i="1">
                                <a:solidFill>
                                  <a:srgbClr val="13294B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bar>
                      </m:e>
                      <m:sub>
                        <m:r>
                          <a:rPr xmlns:a="http://schemas.openxmlformats.org/drawingml/2006/main" sz="1950" i="1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b>
                    </m:sSub>
                  </m:den>
                </m:f>
              </m:oMath>
            </a14:m>
            <a:r>
              <a:t>, i.e. </a:t>
            </a:r>
            <a14:m>
              <m:oMath>
                <m:sSub>
                  <m:e>
                    <m:bar>
                      <m:barPr>
                        <m:ctrlPr>
                          <a:rPr xmlns:a="http://schemas.openxmlformats.org/drawingml/2006/main" sz="1950" i="1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</a:rPr>
                        </m:ctrlPr>
                        <m:pos m:val="top"/>
                      </m:barPr>
                      <m:e>
                        <m:r>
                          <a:rPr xmlns:a="http://schemas.openxmlformats.org/drawingml/2006/main" sz="1950" i="1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bar>
                  </m:e>
                  <m:sub>
                    <m:r>
                      <a:rPr xmlns:a="http://schemas.openxmlformats.org/drawingml/2006/main" sz="1950" i="1">
                        <a:solidFill>
                          <a:srgbClr val="13294B"/>
                        </a:solidFill>
                        <a:latin typeface="Cambria Math" panose="02040503050406030204" pitchFamily="18" charset="0"/>
                      </a:rPr>
                      <m:t>24</m:t>
                    </m:r>
                  </m:sub>
                </m:sSub>
              </m:oMath>
            </a14:m>
            <a:r>
              <a:t> is the daily mean</a:t>
            </a:r>
          </a:p>
          <a:p>
            <a:pPr marL="389021" indent="-160421">
              <a:buSzPct val="100000"/>
              <a:buChar char="‣"/>
              <a:defRPr sz="1600"/>
            </a:pPr>
            <a:r>
              <a:t>Demonstrates performance relative to daily market conditions, or difficulty-adjusted error [7]</a:t>
            </a:r>
          </a:p>
          <a:p>
            <a:pPr marL="389021" indent="-160421">
              <a:buSzPct val="100000"/>
              <a:buChar char="‣"/>
              <a:defRPr sz="1600"/>
            </a:pPr>
            <a:r>
              <a:t>~5 days of extremely poor relative forecast accuracy</a:t>
            </a:r>
          </a:p>
        </p:txBody>
      </p:sp>
      <p:sp>
        <p:nvSpPr>
          <p:cNvPr id="486" name="Text Placeholder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DEPARTMENT OF STATISTICS, UNIVERSITY OF ILLINOIS URBANA-CHAMPAIGN</a:t>
            </a:r>
          </a:p>
        </p:txBody>
      </p:sp>
      <p:sp>
        <p:nvSpPr>
          <p:cNvPr id="487" name="Slide Number Placeholder 4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88" name="vlm_residual_analysis.svg" descr="vlm_residual_analysis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2462" y="1721422"/>
            <a:ext cx="5385817" cy="42701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Title 1"/>
          <p:cNvSpPr txBox="1"/>
          <p:nvPr>
            <p:ph type="title"/>
          </p:nvPr>
        </p:nvSpPr>
        <p:spPr>
          <a:xfrm>
            <a:off x="652462" y="276575"/>
            <a:ext cx="10370192" cy="1189821"/>
          </a:xfrm>
          <a:prstGeom prst="rect">
            <a:avLst/>
          </a:prstGeom>
        </p:spPr>
        <p:txBody>
          <a:bodyPr/>
          <a:lstStyle/>
          <a:p>
            <a:pPr/>
            <a:r>
              <a:t>Actual vs. Forecasted Prices for the VMD-LSTM-MHA Model (2024)</a:t>
            </a:r>
          </a:p>
        </p:txBody>
      </p:sp>
      <p:sp>
        <p:nvSpPr>
          <p:cNvPr id="491" name="Text Placeholder 2"/>
          <p:cNvSpPr txBox="1"/>
          <p:nvPr>
            <p:ph type="body" sz="quarter" idx="1"/>
          </p:nvPr>
        </p:nvSpPr>
        <p:spPr>
          <a:xfrm>
            <a:off x="652462" y="4840463"/>
            <a:ext cx="10370192" cy="14049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60421" indent="-160421">
              <a:buSzPct val="100000"/>
              <a:buChar char="‣"/>
              <a:defRPr sz="1600"/>
            </a:pPr>
            <a:r>
              <a:t>The VMD-LSTM-MHA network tends to follow intra-day and inter-day seasonality well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Consistent under-prediction during regular periods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Under-prediction of extremity of shocks, although some indication of increased price variance is present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Diebold-Mariano test rejects the null hypothesis; forecasts are more accurate than 2</a:t>
            </a:r>
            <a:r>
              <a:rPr baseline="31999"/>
              <a:t>nd</a:t>
            </a:r>
            <a:r>
              <a:t> best model’s [21]</a:t>
            </a:r>
          </a:p>
        </p:txBody>
      </p:sp>
      <p:sp>
        <p:nvSpPr>
          <p:cNvPr id="492" name="Text Placeholder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DEPARTMENT OF STATISTICS, UNIVERSITY OF ILLINOIS URBANA-CHAMPAIGN</a:t>
            </a:r>
          </a:p>
        </p:txBody>
      </p:sp>
      <p:sp>
        <p:nvSpPr>
          <p:cNvPr id="493" name="Slide Number Placeholder 4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94" name="2024_forecasts.svg" descr="2024_forecasts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3343" y="1467627"/>
            <a:ext cx="10985314" cy="33906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Discussion</a:t>
            </a:r>
          </a:p>
        </p:txBody>
      </p:sp>
      <p:sp>
        <p:nvSpPr>
          <p:cNvPr id="497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DEPARTMENT OF STATISTICS, UNIVERSITY OF ILLINOIS URBANA-CHAMPAIGN</a:t>
            </a:r>
          </a:p>
        </p:txBody>
      </p:sp>
      <p:sp>
        <p:nvSpPr>
          <p:cNvPr id="498" name="Slide Number Placeholder 3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Title 1"/>
          <p:cNvSpPr txBox="1"/>
          <p:nvPr>
            <p:ph type="title"/>
          </p:nvPr>
        </p:nvSpPr>
        <p:spPr>
          <a:xfrm>
            <a:off x="652462" y="276575"/>
            <a:ext cx="10370192" cy="1189821"/>
          </a:xfrm>
          <a:prstGeom prst="rect">
            <a:avLst/>
          </a:prstGeom>
        </p:spPr>
        <p:txBody>
          <a:bodyPr/>
          <a:lstStyle/>
          <a:p>
            <a:pPr/>
            <a:r>
              <a:t>Key Findings from the VMD-LSTM-MHA Model</a:t>
            </a:r>
          </a:p>
        </p:txBody>
      </p:sp>
      <p:sp>
        <p:nvSpPr>
          <p:cNvPr id="501" name="Text Placeholder 2"/>
          <p:cNvSpPr txBox="1"/>
          <p:nvPr>
            <p:ph type="body" sz="quarter" idx="1"/>
          </p:nvPr>
        </p:nvSpPr>
        <p:spPr>
          <a:xfrm>
            <a:off x="652462" y="4763274"/>
            <a:ext cx="10370192" cy="1482139"/>
          </a:xfrm>
          <a:prstGeom prst="rect">
            <a:avLst/>
          </a:prstGeom>
        </p:spPr>
        <p:txBody>
          <a:bodyPr>
            <a:noAutofit/>
          </a:bodyPr>
          <a:lstStyle/>
          <a:p>
            <a:pPr marL="160421" indent="-160421">
              <a:buSzPct val="100000"/>
              <a:buChar char="‣"/>
              <a:defRPr sz="1600"/>
            </a:pPr>
            <a:r>
              <a:t>Best performing model (lowest MAE, RMSE and highest R</a:t>
            </a:r>
            <a:r>
              <a:rPr baseline="31999"/>
              <a:t>2</a:t>
            </a:r>
            <a:r>
              <a:t>, MDA) was chosen to be VMD-LSTM-MHA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Excludes TCN, suggesting a substantial amount of local, sub-seasonal noise in day-ahead electricity price data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VMD was shown to deconstruct the complex, original price signal into significantly more interpretable IMFs</a:t>
            </a:r>
          </a:p>
          <a:p>
            <a:pPr marL="160421" indent="-160421">
              <a:buSzPct val="100000"/>
              <a:buChar char="‣"/>
              <a:defRPr sz="1600"/>
            </a:pPr>
            <a:r>
              <a:t>MHA significantly improved model performance, likely due to the inherent irregularities of electricity prices</a:t>
            </a:r>
          </a:p>
        </p:txBody>
      </p:sp>
      <p:sp>
        <p:nvSpPr>
          <p:cNvPr id="502" name="Text Placeholder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DEPARTMENT OF STATISTICS, UNIVERSITY OF ILLINOIS URBANA-CHAMPAIGN</a:t>
            </a:r>
          </a:p>
        </p:txBody>
      </p:sp>
      <p:sp>
        <p:nvSpPr>
          <p:cNvPr id="503" name="Slide Number Placeholder 4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504" name="final_framework.png" descr="final_framework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78093" y="1550484"/>
            <a:ext cx="7318930" cy="31287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Title 1"/>
          <p:cNvSpPr txBox="1"/>
          <p:nvPr>
            <p:ph type="title"/>
          </p:nvPr>
        </p:nvSpPr>
        <p:spPr>
          <a:xfrm>
            <a:off x="652462" y="276575"/>
            <a:ext cx="10370192" cy="1189821"/>
          </a:xfrm>
          <a:prstGeom prst="rect">
            <a:avLst/>
          </a:prstGeom>
        </p:spPr>
        <p:txBody>
          <a:bodyPr/>
          <a:lstStyle/>
          <a:p>
            <a:pPr/>
            <a:r>
              <a:t>Strengths, Limitations, &amp; Future Work</a:t>
            </a:r>
          </a:p>
        </p:txBody>
      </p:sp>
      <p:sp>
        <p:nvSpPr>
          <p:cNvPr id="507" name="Text Placeholder 2"/>
          <p:cNvSpPr txBox="1"/>
          <p:nvPr>
            <p:ph type="body" idx="1"/>
          </p:nvPr>
        </p:nvSpPr>
        <p:spPr>
          <a:xfrm>
            <a:off x="652462" y="1578564"/>
            <a:ext cx="10370192" cy="4666849"/>
          </a:xfrm>
          <a:prstGeom prst="rect">
            <a:avLst/>
          </a:prstGeom>
        </p:spPr>
        <p:txBody>
          <a:bodyPr numCol="3" spcCol="518509">
            <a:noAutofit/>
          </a:bodyPr>
          <a:lstStyle/>
          <a:p>
            <a:pPr>
              <a:defRPr b="1"/>
            </a:pPr>
            <a:r>
              <a:t>Strengths</a:t>
            </a:r>
          </a:p>
          <a:p>
            <a:pPr marL="228599" indent="-228599">
              <a:buSzPct val="100000"/>
              <a:buChar char="‣"/>
              <a:defRPr sz="1600"/>
            </a:pPr>
            <a:r>
              <a:t>Highly structured, intentional neural network design</a:t>
            </a:r>
          </a:p>
          <a:p>
            <a:pPr marL="228599" indent="-228599">
              <a:buSzPct val="100000"/>
              <a:buChar char="‣"/>
              <a:defRPr sz="1600"/>
            </a:pPr>
            <a:r>
              <a:t>Tested most combinations of network layers for robustness</a:t>
            </a:r>
          </a:p>
          <a:p>
            <a:pPr marL="228599" indent="-228599">
              <a:buSzPct val="100000"/>
              <a:buChar char="‣"/>
              <a:defRPr sz="1600"/>
            </a:pPr>
            <a:r>
              <a:t>Robust analysis of frequency separation to guide VMD [11]</a:t>
            </a:r>
          </a:p>
          <a:p>
            <a:pPr marL="228599" indent="-228599">
              <a:buSzPct val="100000"/>
              <a:buChar char="‣"/>
              <a:defRPr sz="1600"/>
            </a:pPr>
            <a:r>
              <a:t>VMD-LSTM-MHA bypasses the need for lagged feature selection [16]</a:t>
            </a:r>
          </a:p>
          <a:p>
            <a:pPr marL="228599" indent="-228599">
              <a:buSzPct val="100000"/>
              <a:buChar char="‣"/>
              <a:defRPr sz="1600"/>
            </a:pPr>
            <a:r>
              <a:t>Model frameworks completely abide by real-time, day-ahead trading constraints [7]</a:t>
            </a:r>
          </a:p>
          <a:p>
            <a:pPr>
              <a:defRPr sz="1600"/>
            </a:pPr>
          </a:p>
          <a:p>
            <a:pPr>
              <a:defRPr sz="1600"/>
            </a:pPr>
          </a:p>
          <a:p>
            <a:pPr>
              <a:defRPr b="1"/>
            </a:pPr>
            <a:r>
              <a:t>Limitations</a:t>
            </a:r>
          </a:p>
          <a:p>
            <a:pPr marL="180473" indent="-180473">
              <a:buSzPct val="100000"/>
              <a:buChar char="‣"/>
              <a:defRPr sz="1600"/>
            </a:pPr>
            <a:r>
              <a:t>Biased, optimistic final model performance</a:t>
            </a:r>
          </a:p>
          <a:p>
            <a:pPr marL="180473" indent="-180473">
              <a:buSzPct val="100000"/>
              <a:buChar char="‣"/>
              <a:defRPr sz="1600"/>
            </a:pPr>
            <a:r>
              <a:t>Mode mixing between IMFs could signify still imperfect separation</a:t>
            </a:r>
          </a:p>
          <a:p>
            <a:pPr marL="180473" indent="-180473">
              <a:buSzPct val="100000"/>
              <a:buChar char="‣"/>
              <a:defRPr sz="1600"/>
            </a:pPr>
            <a:r>
              <a:t>The test set largely includes only one price regime</a:t>
            </a:r>
          </a:p>
          <a:p>
            <a:pPr marL="180473" indent="-180473">
              <a:buSzPct val="100000"/>
              <a:buChar char="‣"/>
              <a:defRPr sz="1600"/>
            </a:pPr>
            <a:r>
              <a:t>Residual ACF shows lagged correlation structure not accounted for by MHA</a:t>
            </a:r>
          </a:p>
          <a:p>
            <a:pPr marL="180473" indent="-180473">
              <a:buSzPct val="100000"/>
              <a:buChar char="‣"/>
              <a:defRPr sz="1600"/>
            </a:pPr>
            <a:r>
              <a:t>Expert DMF models miss the hourly covariance structure</a:t>
            </a:r>
          </a:p>
          <a:p>
            <a:pPr marL="180473" indent="-180473">
              <a:buSzPct val="100000"/>
              <a:buChar char="‣"/>
              <a:defRPr sz="1600"/>
            </a:pPr>
            <a:r>
              <a:t>Expert DMF models may struggle during fitting due to high dimensionality</a:t>
            </a:r>
          </a:p>
          <a:p>
            <a:pPr>
              <a:defRPr b="1"/>
            </a:pPr>
            <a:r>
              <a:t>Future Work</a:t>
            </a:r>
          </a:p>
          <a:p>
            <a:pPr marL="180473" indent="-180473">
              <a:buSzPct val="100000"/>
              <a:buChar char="‣"/>
              <a:defRPr sz="1600"/>
            </a:pPr>
            <a:r>
              <a:t>Attain new holdout set for unbiased final model evaluation</a:t>
            </a:r>
          </a:p>
          <a:p>
            <a:pPr marL="180473" indent="-180473">
              <a:buSzPct val="100000"/>
              <a:buChar char="‣"/>
              <a:defRPr sz="1600"/>
            </a:pPr>
            <a:r>
              <a:t>Incorporate automated feature selection for DMF models</a:t>
            </a:r>
          </a:p>
          <a:p>
            <a:pPr marL="180473" indent="-180473">
              <a:buSzPct val="100000"/>
              <a:buChar char="‣"/>
              <a:defRPr sz="1600"/>
            </a:pPr>
            <a:r>
              <a:t>Ordinary Least Squares (OLS) regression on expert hybrid model forecasts to correct forecasts</a:t>
            </a:r>
          </a:p>
          <a:p>
            <a:pPr marL="180473" indent="-180473">
              <a:buSzPct val="100000"/>
              <a:buChar char="‣"/>
              <a:defRPr sz="1600"/>
            </a:pPr>
            <a:r>
              <a:t>Exploration of transformer-based architectures (e.g., Temporal Fusion Transformer (TFT))</a:t>
            </a:r>
          </a:p>
          <a:p>
            <a:pPr marL="180473" indent="-180473">
              <a:buSzPct val="100000"/>
              <a:buChar char="‣"/>
              <a:defRPr sz="1600"/>
            </a:pPr>
            <a:r>
              <a:t>Further exploration of probabilistic forecasting methods (e.g., Conformal Predictions (CP))</a:t>
            </a:r>
          </a:p>
        </p:txBody>
      </p:sp>
      <p:sp>
        <p:nvSpPr>
          <p:cNvPr id="508" name="Text Placeholder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DEPARTMENT OF STATISTICS, UNIVERSITY OF ILLINOIS URBANA-CHAMPAIGN</a:t>
            </a:r>
          </a:p>
        </p:txBody>
      </p:sp>
      <p:sp>
        <p:nvSpPr>
          <p:cNvPr id="509" name="Slide Number Placeholder 4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Title 1"/>
          <p:cNvSpPr txBox="1"/>
          <p:nvPr>
            <p:ph type="title"/>
          </p:nvPr>
        </p:nvSpPr>
        <p:spPr>
          <a:xfrm>
            <a:off x="652462" y="276575"/>
            <a:ext cx="10370192" cy="1189821"/>
          </a:xfrm>
          <a:prstGeom prst="rect">
            <a:avLst/>
          </a:prstGeom>
        </p:spPr>
        <p:txBody>
          <a:bodyPr/>
          <a:lstStyle/>
          <a:p>
            <a:pPr/>
            <a:r>
              <a:t>References (I)</a:t>
            </a:r>
          </a:p>
        </p:txBody>
      </p:sp>
      <p:sp>
        <p:nvSpPr>
          <p:cNvPr id="512" name="Text Placeholder 2"/>
          <p:cNvSpPr txBox="1"/>
          <p:nvPr>
            <p:ph type="body" idx="1"/>
          </p:nvPr>
        </p:nvSpPr>
        <p:spPr>
          <a:xfrm>
            <a:off x="652462" y="1467627"/>
            <a:ext cx="10370192" cy="4448431"/>
          </a:xfrm>
          <a:prstGeom prst="rect">
            <a:avLst/>
          </a:prstGeom>
        </p:spPr>
        <p:txBody>
          <a:bodyPr>
            <a:noAutofit/>
          </a:bodyPr>
          <a:lstStyle/>
          <a:p>
            <a:pPr marL="596900" indent="-457200" defTabSz="457200">
              <a:lnSpc>
                <a:spcPct val="100000"/>
              </a:lnSpc>
              <a:spcBef>
                <a:spcPts val="400"/>
              </a:spcBef>
              <a:buSzPct val="100000"/>
              <a:buFont typeface="Arial"/>
              <a:buChar char="[1]"/>
              <a:defRPr sz="1466">
                <a:solidFill>
                  <a:srgbClr val="000000"/>
                </a:solidFill>
              </a:defRPr>
            </a:pPr>
            <a:r>
              <a:t>C. Lutz and L. Becker, “Effects of Energy Price Shocks on Germany’s Economy and Private Households,” </a:t>
            </a:r>
            <a:r>
              <a:rPr i="1"/>
              <a:t>Springer eBooks</a:t>
            </a:r>
            <a:r>
              <a:t>, pp. 11–28, Jan. 2023, doi: </a:t>
            </a:r>
            <a:r>
              <a:rPr>
                <a:hlinkClick r:id="rId2" invalidUrl="" action="" tgtFrame="" tooltip="" history="1" highlightClick="0" endSnd="0"/>
              </a:rPr>
              <a:t>https://doi.org/10.1007/978-3-031-35684-1_2</a:t>
            </a:r>
            <a:r>
              <a:t>.</a:t>
            </a:r>
          </a:p>
          <a:p>
            <a:pPr marL="596900" indent="-457200" defTabSz="457200">
              <a:lnSpc>
                <a:spcPct val="100000"/>
              </a:lnSpc>
              <a:spcBef>
                <a:spcPts val="400"/>
              </a:spcBef>
              <a:buSzPct val="100000"/>
              <a:buFont typeface="Arial"/>
              <a:buChar char="[2]"/>
              <a:defRPr sz="1466">
                <a:solidFill>
                  <a:srgbClr val="000000"/>
                </a:solidFill>
              </a:defRPr>
            </a:pPr>
            <a:r>
              <a:t>R. A. De Santis and T. Tornese, “Macroeconomic regime change and the size of supply chain disruption and energy supply shocks,” </a:t>
            </a:r>
            <a:r>
              <a:rPr i="1"/>
              <a:t>European Economic Review</a:t>
            </a:r>
            <a:r>
              <a:t>, vol. 178, p. 105077, Sep. 2025, doi: </a:t>
            </a:r>
            <a:r>
              <a:rPr>
                <a:hlinkClick r:id="rId3" invalidUrl="" action="" tgtFrame="" tooltip="" history="1" highlightClick="0" endSnd="0"/>
              </a:rPr>
              <a:t>https://doi.org/10.1016/j.euroecorev.2025.105077</a:t>
            </a:r>
            <a:r>
              <a:t>. </a:t>
            </a:r>
          </a:p>
          <a:p>
            <a:pPr marL="596900" indent="-457200" defTabSz="457200">
              <a:lnSpc>
                <a:spcPct val="100000"/>
              </a:lnSpc>
              <a:spcBef>
                <a:spcPts val="400"/>
              </a:spcBef>
              <a:buSzPct val="100000"/>
              <a:buFont typeface="Arial"/>
              <a:buChar char="[3]"/>
              <a:defRPr sz="1466">
                <a:solidFill>
                  <a:srgbClr val="000000"/>
                </a:solidFill>
              </a:defRPr>
            </a:pPr>
            <a:r>
              <a:t>D. Sarwar and S. Rye, “The impact of the Russia-Ukraine war on global supply chains: a systematic literature review,” </a:t>
            </a:r>
            <a:r>
              <a:rPr i="1"/>
              <a:t>Frontiers in Sustainable Food Systems</a:t>
            </a:r>
            <a:r>
              <a:t>, vol. 9, Sep. 2025, doi: </a:t>
            </a:r>
            <a:r>
              <a:rPr>
                <a:hlinkClick r:id="rId4" invalidUrl="" action="" tgtFrame="" tooltip="" history="1" highlightClick="0" endSnd="0"/>
              </a:rPr>
              <a:t>https://doi.org/10.3389/fsufs.2025.1648918</a:t>
            </a:r>
            <a:r>
              <a:t>. </a:t>
            </a:r>
          </a:p>
          <a:p>
            <a:pPr marL="596900" indent="-457200" defTabSz="457200">
              <a:lnSpc>
                <a:spcPct val="100000"/>
              </a:lnSpc>
              <a:spcBef>
                <a:spcPts val="400"/>
              </a:spcBef>
              <a:buSzPct val="100000"/>
              <a:buFont typeface="Arial"/>
              <a:buChar char="[4]"/>
              <a:defRPr sz="1466">
                <a:solidFill>
                  <a:srgbClr val="000000"/>
                </a:solidFill>
              </a:defRPr>
            </a:pPr>
            <a:r>
              <a:t>d'Artis Kancs, “Uncertainty of Supply chains: Risk and Ambiguity,”</a:t>
            </a:r>
            <a:r>
              <a:rPr i="1"/>
              <a:t> World economy</a:t>
            </a:r>
            <a:r>
              <a:t>, vol. 47, no. 5, Nov. 2023, doi: </a:t>
            </a:r>
            <a:r>
              <a:rPr>
                <a:hlinkClick r:id="rId5" invalidUrl="" action="" tgtFrame="" tooltip="" history="1" highlightClick="0" endSnd="0"/>
              </a:rPr>
              <a:t>https://doi.org/10.1111/twec.13534</a:t>
            </a:r>
            <a:r>
              <a:t>. </a:t>
            </a:r>
          </a:p>
          <a:p>
            <a:pPr marL="596900" indent="-457200" defTabSz="457200">
              <a:lnSpc>
                <a:spcPct val="100000"/>
              </a:lnSpc>
              <a:spcBef>
                <a:spcPts val="400"/>
              </a:spcBef>
              <a:buSzPct val="100000"/>
              <a:buFont typeface="Arial"/>
              <a:buChar char="[5]"/>
              <a:defRPr sz="1466">
                <a:solidFill>
                  <a:srgbClr val="000000"/>
                </a:solidFill>
              </a:defRPr>
            </a:pPr>
            <a:r>
              <a:t>“Bright Sky API Documentation,” Brightsky.dev, 2026. </a:t>
            </a:r>
            <a:r>
              <a:rPr>
                <a:hlinkClick r:id="rId6" invalidUrl="" action="" tgtFrame="" tooltip="" history="1" highlightClick="0" endSnd="0"/>
              </a:rPr>
              <a:t>https://brightsky.dev/docs/#/</a:t>
            </a:r>
            <a:r>
              <a:t> </a:t>
            </a:r>
          </a:p>
          <a:p>
            <a:pPr marL="596900" indent="-457200" defTabSz="457200">
              <a:lnSpc>
                <a:spcPct val="100000"/>
              </a:lnSpc>
              <a:spcBef>
                <a:spcPts val="400"/>
              </a:spcBef>
              <a:buSzPct val="100000"/>
              <a:buFont typeface="Arial"/>
              <a:buChar char="[6]"/>
              <a:defRPr sz="1466">
                <a:solidFill>
                  <a:srgbClr val="000000"/>
                </a:solidFill>
              </a:defRPr>
            </a:pPr>
            <a:r>
              <a:t>“Energy-Charts,” </a:t>
            </a:r>
            <a:r>
              <a:rPr>
                <a:hlinkClick r:id="rId7" invalidUrl="" action="" tgtFrame="" tooltip="" history="1" highlightClick="0" endSnd="0"/>
              </a:rPr>
              <a:t>www.energy-charts.info</a:t>
            </a:r>
            <a:r>
              <a:t>. https://www.energy-charts.info/index.html?l=en&amp;c=DE</a:t>
            </a:r>
          </a:p>
          <a:p>
            <a:pPr marL="596900" indent="-457200" defTabSz="457200">
              <a:lnSpc>
                <a:spcPct val="100000"/>
              </a:lnSpc>
              <a:spcBef>
                <a:spcPts val="400"/>
              </a:spcBef>
              <a:buSzPct val="100000"/>
              <a:buFont typeface="Arial"/>
              <a:buChar char="[7]"/>
              <a:defRPr sz="1466">
                <a:solidFill>
                  <a:srgbClr val="000000"/>
                </a:solidFill>
              </a:defRPr>
            </a:pPr>
            <a:r>
              <a:t>‌R. Weron, “Electricity price forecasting: A review of the state-of-the-art with a look into the future,” </a:t>
            </a:r>
            <a:r>
              <a:rPr i="1"/>
              <a:t>International Journal of Forecasting</a:t>
            </a:r>
            <a:r>
              <a:t>, vol. 30, no. 4, pp. 1030–1081, Oct. 2014, doi: </a:t>
            </a:r>
            <a:r>
              <a:rPr>
                <a:hlinkClick r:id="rId8" invalidUrl="" action="" tgtFrame="" tooltip="" history="1" highlightClick="0" endSnd="0"/>
              </a:rPr>
              <a:t>https://doi.org/10.1016/j.ijforecast.2014.08.008</a:t>
            </a:r>
            <a:r>
              <a:t>. </a:t>
            </a:r>
          </a:p>
          <a:p>
            <a:pPr marL="596900" indent="-457200" defTabSz="457200">
              <a:lnSpc>
                <a:spcPct val="100000"/>
              </a:lnSpc>
              <a:spcBef>
                <a:spcPts val="400"/>
              </a:spcBef>
              <a:buSzPct val="100000"/>
              <a:buFont typeface="Arial"/>
              <a:buChar char="[8]"/>
              <a:defRPr sz="1466">
                <a:solidFill>
                  <a:srgbClr val="000000"/>
                </a:solidFill>
              </a:defRPr>
            </a:pPr>
            <a:r>
              <a:t>K. Dragomiretskiy and D. Zosso, “Variational Mode Decomposition,” </a:t>
            </a:r>
            <a:r>
              <a:rPr i="1"/>
              <a:t>IEEE Transactions on Signal Processing</a:t>
            </a:r>
            <a:r>
              <a:t>, vol. 62, no. 3, pp. 531–544, Feb. 2014, doi: </a:t>
            </a:r>
            <a:r>
              <a:rPr>
                <a:hlinkClick r:id="rId9" invalidUrl="" action="" tgtFrame="" tooltip="" history="1" highlightClick="0" endSnd="0"/>
              </a:rPr>
              <a:t>https://doi.org/10.1109/tsp.2013.2288675</a:t>
            </a:r>
            <a:r>
              <a:t>. </a:t>
            </a:r>
          </a:p>
          <a:p>
            <a:pPr marL="596900" indent="-457200" defTabSz="457200">
              <a:lnSpc>
                <a:spcPct val="100000"/>
              </a:lnSpc>
              <a:spcBef>
                <a:spcPts val="400"/>
              </a:spcBef>
              <a:buSzPct val="100000"/>
              <a:buFont typeface="Arial"/>
              <a:buChar char="[9]"/>
              <a:defRPr sz="1466">
                <a:solidFill>
                  <a:srgbClr val="000000"/>
                </a:solidFill>
              </a:defRPr>
            </a:pPr>
            <a:r>
              <a:t>N. E. Huang et al., “The empirical mode decomposition and the Hilbert spectrum for nonlinear and non-stationary time series analysis,” </a:t>
            </a:r>
            <a:r>
              <a:rPr i="1"/>
              <a:t>Proceedings of the Royal Society of London. Series A: Mathematical, Physical and Engineering Sciences</a:t>
            </a:r>
            <a:r>
              <a:t>, vol. 454, no. 1971, pp. 903–995, Mar. 1998, doi: </a:t>
            </a:r>
            <a:r>
              <a:rPr>
                <a:hlinkClick r:id="rId10" invalidUrl="" action="" tgtFrame="" tooltip="" history="1" highlightClick="0" endSnd="0"/>
              </a:rPr>
              <a:t>https://doi.org/10.1098/rspa.1998.0193</a:t>
            </a:r>
            <a:r>
              <a:t>.</a:t>
            </a:r>
          </a:p>
        </p:txBody>
      </p:sp>
      <p:sp>
        <p:nvSpPr>
          <p:cNvPr id="513" name="Text Placeholder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DEPARTMENT OF STATISTICS, UNIVERSITY OF ILLINOIS URBANA-CHAMPAIGN</a:t>
            </a:r>
          </a:p>
        </p:txBody>
      </p:sp>
      <p:sp>
        <p:nvSpPr>
          <p:cNvPr id="514" name="Slide Number Placeholder 4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Title 1"/>
          <p:cNvSpPr txBox="1"/>
          <p:nvPr>
            <p:ph type="title"/>
          </p:nvPr>
        </p:nvSpPr>
        <p:spPr>
          <a:xfrm>
            <a:off x="652462" y="276575"/>
            <a:ext cx="10370192" cy="1189821"/>
          </a:xfrm>
          <a:prstGeom prst="rect">
            <a:avLst/>
          </a:prstGeom>
        </p:spPr>
        <p:txBody>
          <a:bodyPr/>
          <a:lstStyle/>
          <a:p>
            <a:pPr/>
            <a:r>
              <a:t>References (II)</a:t>
            </a:r>
          </a:p>
        </p:txBody>
      </p:sp>
      <p:sp>
        <p:nvSpPr>
          <p:cNvPr id="517" name="Text Placeholder 2"/>
          <p:cNvSpPr txBox="1"/>
          <p:nvPr>
            <p:ph type="body" idx="1"/>
          </p:nvPr>
        </p:nvSpPr>
        <p:spPr>
          <a:xfrm>
            <a:off x="652462" y="1467627"/>
            <a:ext cx="10370192" cy="4448431"/>
          </a:xfrm>
          <a:prstGeom prst="rect">
            <a:avLst/>
          </a:prstGeom>
        </p:spPr>
        <p:txBody>
          <a:bodyPr>
            <a:noAutofit/>
          </a:bodyPr>
          <a:lstStyle/>
          <a:p>
            <a:pPr marL="596900" indent="-457200" defTabSz="457200">
              <a:lnSpc>
                <a:spcPct val="100000"/>
              </a:lnSpc>
              <a:spcBef>
                <a:spcPts val="400"/>
              </a:spcBef>
              <a:buSzPct val="100000"/>
              <a:buFont typeface="Arial"/>
              <a:buChar char="[10]"/>
              <a:defRPr sz="1466">
                <a:solidFill>
                  <a:srgbClr val="000000"/>
                </a:solidFill>
              </a:defRPr>
            </a:pPr>
            <a:r>
              <a:t>S. Smyl, “A hybrid method of exponential smoothing and recurrent neural networks for time series forecasting,” </a:t>
            </a:r>
            <a:r>
              <a:rPr i="1"/>
              <a:t>International Journal of Forecasting</a:t>
            </a:r>
            <a:r>
              <a:t>, vol. 36, no. 1, Jul. 2019, doi: </a:t>
            </a:r>
            <a:r>
              <a:rPr>
                <a:hlinkClick r:id="rId2" invalidUrl="" action="" tgtFrame="" tooltip="" history="1" highlightClick="0" endSnd="0"/>
              </a:rPr>
              <a:t>https://doi.org/10.1016/j.ijforecast.2019.03.017</a:t>
            </a:r>
            <a:r>
              <a:t>.</a:t>
            </a:r>
          </a:p>
          <a:p>
            <a:pPr marL="596900" indent="-457200" defTabSz="457200">
              <a:lnSpc>
                <a:spcPct val="100000"/>
              </a:lnSpc>
              <a:spcBef>
                <a:spcPts val="400"/>
              </a:spcBef>
              <a:buSzPct val="100000"/>
              <a:buFont typeface="Arial"/>
              <a:buChar char="[11]"/>
              <a:defRPr sz="1466">
                <a:solidFill>
                  <a:srgbClr val="000000"/>
                </a:solidFill>
              </a:defRPr>
            </a:pPr>
            <a:r>
              <a:t>S. Wu, F. Feng, J. Zhu, C. Wu, and G. Zhang, “A Method for Determining Intrinsic Mode Function Number in Variational Mode Decomposition and Its Application to Bearing Vibration Signal Processing,” </a:t>
            </a:r>
            <a:r>
              <a:rPr i="1"/>
              <a:t>Shock and Vibration</a:t>
            </a:r>
            <a:r>
              <a:t>, vol. 2020, pp. 1–16, May 2020, doi: </a:t>
            </a:r>
            <a:r>
              <a:rPr>
                <a:hlinkClick r:id="rId3" invalidUrl="" action="" tgtFrame="" tooltip="" history="1" highlightClick="0" endSnd="0"/>
              </a:rPr>
              <a:t>https://doi.org/10.1155/2020/8304903</a:t>
            </a:r>
            <a:r>
              <a:t>. </a:t>
            </a:r>
          </a:p>
          <a:p>
            <a:pPr marL="596900" indent="-457200" defTabSz="457200">
              <a:lnSpc>
                <a:spcPct val="100000"/>
              </a:lnSpc>
              <a:spcBef>
                <a:spcPts val="400"/>
              </a:spcBef>
              <a:buSzPct val="100000"/>
              <a:buFont typeface="Arial"/>
              <a:buChar char="[12]"/>
              <a:defRPr sz="1466">
                <a:solidFill>
                  <a:srgbClr val="000000"/>
                </a:solidFill>
              </a:defRPr>
            </a:pPr>
            <a:r>
              <a:t>‌S. Bai, J. Zico Kolter, and V. Koltun, “An Empirical Evaluation of Generic Convolutional and Recurrent Networks for Sequence Modeling,” </a:t>
            </a:r>
            <a:r>
              <a:rPr i="1"/>
              <a:t>arXiv (Cornell University)</a:t>
            </a:r>
            <a:r>
              <a:t>, Jan. 2018, doi: </a:t>
            </a:r>
            <a:r>
              <a:rPr>
                <a:hlinkClick r:id="rId4" invalidUrl="" action="" tgtFrame="" tooltip="" history="1" highlightClick="0" endSnd="0"/>
              </a:rPr>
              <a:t>https://doi.org/10.48550/arxiv.1803.01271</a:t>
            </a:r>
            <a:r>
              <a:t>. </a:t>
            </a:r>
          </a:p>
          <a:p>
            <a:pPr marL="596900" indent="-457200" defTabSz="457200">
              <a:lnSpc>
                <a:spcPct val="100000"/>
              </a:lnSpc>
              <a:spcBef>
                <a:spcPts val="400"/>
              </a:spcBef>
              <a:buSzPct val="100000"/>
              <a:buFont typeface="Arial"/>
              <a:buChar char="[13]"/>
              <a:defRPr sz="1466">
                <a:solidFill>
                  <a:srgbClr val="000000"/>
                </a:solidFill>
              </a:defRPr>
            </a:pPr>
            <a:r>
              <a:t>C. Lea, M. D. Flynn, R. Vidal, A. Reiter, and G. D. Hager, “Temporal Convolutional Networks for Action Segmentation and Detection,” </a:t>
            </a:r>
            <a:r>
              <a:rPr i="1"/>
              <a:t>2017 IEEE Conference on Computer Vision and Pattern Recognition (CVPR)</a:t>
            </a:r>
            <a:r>
              <a:t>, Jul. 2017, doi: </a:t>
            </a:r>
            <a:r>
              <a:rPr>
                <a:hlinkClick r:id="rId5" invalidUrl="" action="" tgtFrame="" tooltip="" history="1" highlightClick="0" endSnd="0"/>
              </a:rPr>
              <a:t>https://doi.org/10.1109/cvpr.2017.113</a:t>
            </a:r>
            <a:r>
              <a:t>. </a:t>
            </a:r>
          </a:p>
          <a:p>
            <a:pPr marL="596900" indent="-457200" defTabSz="457200">
              <a:lnSpc>
                <a:spcPct val="100000"/>
              </a:lnSpc>
              <a:spcBef>
                <a:spcPts val="400"/>
              </a:spcBef>
              <a:buSzPct val="100000"/>
              <a:buFont typeface="Arial"/>
              <a:buChar char="[14]"/>
              <a:defRPr sz="1466">
                <a:solidFill>
                  <a:srgbClr val="000000"/>
                </a:solidFill>
              </a:defRPr>
            </a:pPr>
            <a:r>
              <a:t>‌S. Hochreiter and J. Schmidhuber, “Long Short-Term Memory,” </a:t>
            </a:r>
            <a:r>
              <a:rPr i="1"/>
              <a:t>Neural Computation</a:t>
            </a:r>
            <a:r>
              <a:t>, vol. 9, no. 8, pp. 1735–1780, Nov. 1997, doi: </a:t>
            </a:r>
            <a:r>
              <a:rPr>
                <a:hlinkClick r:id="rId6" invalidUrl="" action="" tgtFrame="" tooltip="" history="1" highlightClick="0" endSnd="0"/>
              </a:rPr>
              <a:t>https://doi.org/10.1162/neco.1997.9.8.1735</a:t>
            </a:r>
            <a:r>
              <a:t>. </a:t>
            </a:r>
          </a:p>
          <a:p>
            <a:pPr marL="596900" indent="-457200" defTabSz="457200">
              <a:lnSpc>
                <a:spcPct val="100000"/>
              </a:lnSpc>
              <a:spcBef>
                <a:spcPts val="400"/>
              </a:spcBef>
              <a:buSzPct val="100000"/>
              <a:buFont typeface="Arial"/>
              <a:buChar char="[15]"/>
              <a:defRPr sz="1466">
                <a:solidFill>
                  <a:srgbClr val="000000"/>
                </a:solidFill>
              </a:defRPr>
            </a:pPr>
            <a:r>
              <a:t>‌F. A. Gers, J. Schmidhuber, and F. Cummins, “Learning to Forget: Continual Prediction with LSTM,”</a:t>
            </a:r>
            <a:r>
              <a:rPr i="1"/>
              <a:t> Neural Computation</a:t>
            </a:r>
            <a:r>
              <a:t>, vol. 12, no. 10, pp. 2451–2471, Oct. 2000, doi: </a:t>
            </a:r>
            <a:r>
              <a:rPr>
                <a:hlinkClick r:id="rId7" invalidUrl="" action="" tgtFrame="" tooltip="" history="1" highlightClick="0" endSnd="0"/>
              </a:rPr>
              <a:t>https://doi.org/10.1162/089976600300015015</a:t>
            </a:r>
            <a:r>
              <a:t>. </a:t>
            </a:r>
          </a:p>
          <a:p>
            <a:pPr marL="596900" indent="-457200" defTabSz="457200">
              <a:lnSpc>
                <a:spcPct val="100000"/>
              </a:lnSpc>
              <a:spcBef>
                <a:spcPts val="400"/>
              </a:spcBef>
              <a:buSzPct val="100000"/>
              <a:buFont typeface="Arial"/>
              <a:buChar char="[16]"/>
              <a:defRPr i="1" sz="1466">
                <a:solidFill>
                  <a:srgbClr val="000000"/>
                </a:solidFill>
              </a:defRPr>
            </a:pPr>
            <a:r>
              <a:rPr i="0"/>
              <a:t>‌A. Vaswani et al., “Attention is all you need,” in </a:t>
            </a:r>
            <a:r>
              <a:t>Proc. 31st Int. Conf. Neural Information Processing Systems (NeurIPS)</a:t>
            </a:r>
            <a:r>
              <a:rPr i="0"/>
              <a:t>, Long Beach, CA, USA, 2017, pp. 6000–6010.</a:t>
            </a:r>
          </a:p>
        </p:txBody>
      </p:sp>
      <p:sp>
        <p:nvSpPr>
          <p:cNvPr id="518" name="Text Placeholder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DEPARTMENT OF STATISTICS, UNIVERSITY OF ILLINOIS URBANA-CHAMPAIGN</a:t>
            </a:r>
          </a:p>
        </p:txBody>
      </p:sp>
      <p:sp>
        <p:nvSpPr>
          <p:cNvPr id="519" name="Slide Number Placeholder 4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Title 1"/>
          <p:cNvSpPr txBox="1"/>
          <p:nvPr>
            <p:ph type="title"/>
          </p:nvPr>
        </p:nvSpPr>
        <p:spPr>
          <a:xfrm>
            <a:off x="652462" y="276575"/>
            <a:ext cx="10370192" cy="1189821"/>
          </a:xfrm>
          <a:prstGeom prst="rect">
            <a:avLst/>
          </a:prstGeom>
        </p:spPr>
        <p:txBody>
          <a:bodyPr/>
          <a:lstStyle/>
          <a:p>
            <a:pPr/>
            <a:r>
              <a:t>References (III)</a:t>
            </a:r>
          </a:p>
        </p:txBody>
      </p:sp>
      <p:sp>
        <p:nvSpPr>
          <p:cNvPr id="522" name="Text Placeholder 2"/>
          <p:cNvSpPr txBox="1"/>
          <p:nvPr>
            <p:ph type="body" idx="1"/>
          </p:nvPr>
        </p:nvSpPr>
        <p:spPr>
          <a:xfrm>
            <a:off x="652462" y="1467627"/>
            <a:ext cx="10370192" cy="4448431"/>
          </a:xfrm>
          <a:prstGeom prst="rect">
            <a:avLst/>
          </a:prstGeom>
        </p:spPr>
        <p:txBody>
          <a:bodyPr>
            <a:noAutofit/>
          </a:bodyPr>
          <a:lstStyle/>
          <a:p>
            <a:pPr marL="596900" indent="-457200" defTabSz="457200">
              <a:lnSpc>
                <a:spcPct val="100000"/>
              </a:lnSpc>
              <a:spcBef>
                <a:spcPts val="400"/>
              </a:spcBef>
              <a:buSzPct val="100000"/>
              <a:buFont typeface="Arial"/>
              <a:buChar char="[17]"/>
              <a:defRPr sz="1466">
                <a:solidFill>
                  <a:srgbClr val="000000"/>
                </a:solidFill>
              </a:defRPr>
            </a:pPr>
            <a:r>
              <a:t>H. Zhou et al., “Informer: Beyond Efficient Transformer for Long Sequence Time-Series Forecasting,” </a:t>
            </a:r>
            <a:r>
              <a:rPr i="1"/>
              <a:t>Proceedings of the AAAI Conference on Artificial Intelligence</a:t>
            </a:r>
            <a:r>
              <a:t>, vol. 35, no. 12, pp. 11106–11115, May 2021, doi: </a:t>
            </a:r>
            <a:r>
              <a:rPr>
                <a:hlinkClick r:id="rId2" invalidUrl="" action="" tgtFrame="" tooltip="" history="1" highlightClick="0" endSnd="0"/>
              </a:rPr>
              <a:t>https://doi.org/10.1609/aaai.v35i12.17325</a:t>
            </a:r>
            <a:r>
              <a:t>.</a:t>
            </a:r>
          </a:p>
          <a:p>
            <a:pPr marL="596900" indent="-457200" defTabSz="457200">
              <a:lnSpc>
                <a:spcPct val="100000"/>
              </a:lnSpc>
              <a:spcBef>
                <a:spcPts val="400"/>
              </a:spcBef>
              <a:buSzPct val="100000"/>
              <a:buFont typeface="Arial"/>
              <a:buChar char="[18]"/>
              <a:defRPr sz="1466">
                <a:solidFill>
                  <a:srgbClr val="000000"/>
                </a:solidFill>
              </a:defRPr>
            </a:pPr>
            <a:r>
              <a:t>J. Bergstra, R. Bardenet, and B. Kégl, “Algorithms for hyper-parameter optimization,” </a:t>
            </a:r>
            <a:r>
              <a:rPr i="1"/>
              <a:t>Advances in Neural Information Processing Systems (NeurIPS)</a:t>
            </a:r>
            <a:r>
              <a:t>, 2011.</a:t>
            </a:r>
          </a:p>
          <a:p>
            <a:pPr marL="596900" indent="-457200" defTabSz="457200">
              <a:lnSpc>
                <a:spcPct val="100000"/>
              </a:lnSpc>
              <a:spcBef>
                <a:spcPts val="400"/>
              </a:spcBef>
              <a:buSzPct val="100000"/>
              <a:buFont typeface="Arial"/>
              <a:buChar char="[19]"/>
              <a:defRPr sz="1466">
                <a:solidFill>
                  <a:srgbClr val="000000"/>
                </a:solidFill>
              </a:defRPr>
            </a:pPr>
            <a:r>
              <a:t>A. R. Moya and S. Ventura, “Speeding up hyperparameter optimization of deep neural networks: A review of multi-fidelity-based methods,” </a:t>
            </a:r>
            <a:r>
              <a:rPr i="1"/>
              <a:t>ACM Computing Surveys</a:t>
            </a:r>
            <a:r>
              <a:t>, 2026, doi: 10.1145/3815108.</a:t>
            </a:r>
          </a:p>
          <a:p>
            <a:pPr marL="596900" indent="-457200" defTabSz="457200">
              <a:lnSpc>
                <a:spcPct val="100000"/>
              </a:lnSpc>
              <a:spcBef>
                <a:spcPts val="400"/>
              </a:spcBef>
              <a:buSzPct val="100000"/>
              <a:buFont typeface="Arial"/>
              <a:buChar char="[20]"/>
              <a:defRPr sz="1466">
                <a:solidFill>
                  <a:srgbClr val="000000"/>
                </a:solidFill>
              </a:defRPr>
            </a:pPr>
            <a:r>
              <a:t>L. Prechelt, “Early Stopping - But When?,” </a:t>
            </a:r>
            <a:r>
              <a:rPr i="1"/>
              <a:t>Lecture Notes in Computer Science</a:t>
            </a:r>
            <a:r>
              <a:t>, vol. 1524, pp. 55–69, 1998, doi: </a:t>
            </a:r>
            <a:r>
              <a:rPr>
                <a:hlinkClick r:id="rId3" invalidUrl="" action="" tgtFrame="" tooltip="" history="1" highlightClick="0" endSnd="0"/>
              </a:rPr>
              <a:t>https://doi.org/10.1007/3-540-49430-8_3</a:t>
            </a:r>
            <a:r>
              <a:t>. </a:t>
            </a:r>
          </a:p>
          <a:p>
            <a:pPr marL="596900" indent="-457200" defTabSz="457200">
              <a:lnSpc>
                <a:spcPct val="100000"/>
              </a:lnSpc>
              <a:spcBef>
                <a:spcPts val="400"/>
              </a:spcBef>
              <a:buSzPct val="100000"/>
              <a:buFont typeface="Arial"/>
              <a:buChar char="[21]"/>
              <a:defRPr sz="1466">
                <a:solidFill>
                  <a:srgbClr val="000000"/>
                </a:solidFill>
              </a:defRPr>
            </a:pPr>
            <a:r>
              <a:t>F. X. Diebold and R. S. Mariano, “Comparing Predictive Accuracy,” </a:t>
            </a:r>
            <a:r>
              <a:rPr i="1"/>
              <a:t>Journal of Business &amp; Economic Statistics</a:t>
            </a:r>
            <a:r>
              <a:t>, vol. 13, no. 3, p. 253, Jul. 1995, doi: </a:t>
            </a:r>
            <a:r>
              <a:rPr>
                <a:hlinkClick r:id="rId4" invalidUrl="" action="" tgtFrame="" tooltip="" history="1" highlightClick="0" endSnd="0"/>
              </a:rPr>
              <a:t>https://doi.org/10.2307/1392185</a:t>
            </a:r>
            <a:r>
              <a:t>.</a:t>
            </a:r>
          </a:p>
        </p:txBody>
      </p:sp>
      <p:sp>
        <p:nvSpPr>
          <p:cNvPr id="523" name="Text Placeholder 3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DEPARTMENT OF STATISTICS, UNIVERSITY OF ILLINOIS URBANA-CHAMPAIGN</a:t>
            </a:r>
          </a:p>
        </p:txBody>
      </p:sp>
      <p:sp>
        <p:nvSpPr>
          <p:cNvPr id="524" name="Slide Number Placeholder 4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Title Placehold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Thank You</a:t>
            </a:r>
          </a:p>
        </p:txBody>
      </p:sp>
      <p:sp>
        <p:nvSpPr>
          <p:cNvPr id="527" name="Text Placeholder 1"/>
          <p:cNvSpPr txBox="1"/>
          <p:nvPr>
            <p:ph type="body" sz="half" idx="1"/>
          </p:nvPr>
        </p:nvSpPr>
        <p:spPr>
          <a:xfrm>
            <a:off x="1610696" y="2328260"/>
            <a:ext cx="8981221" cy="2201479"/>
          </a:xfrm>
          <a:prstGeom prst="rect">
            <a:avLst/>
          </a:prstGeom>
        </p:spPr>
        <p:txBody>
          <a:bodyPr/>
          <a:lstStyle/>
          <a:p>
            <a:pPr/>
            <a:r>
              <a:t>Questions?</a:t>
            </a:r>
          </a:p>
        </p:txBody>
      </p:sp>
      <p:sp>
        <p:nvSpPr>
          <p:cNvPr id="528" name="Text Placeholder 2"/>
          <p:cNvSpPr/>
          <p:nvPr>
            <p:ph type="body" idx="21"/>
          </p:nvPr>
        </p:nvSpPr>
        <p:spPr>
          <a:xfrm>
            <a:off x="1610697" y="4794223"/>
            <a:ext cx="8970606" cy="12976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algn="ctr" defTabSz="493776">
              <a:lnSpc>
                <a:spcPct val="150000"/>
              </a:lnSpc>
              <a:spcBef>
                <a:spcPts val="500"/>
              </a:spcBef>
              <a:defRPr b="1" sz="1728">
                <a:solidFill>
                  <a:srgbClr val="FFFFFF"/>
                </a:solidFill>
              </a:defRPr>
            </a:pPr>
            <a:r>
              <a:t>Contact:</a:t>
            </a:r>
          </a:p>
          <a:p>
            <a:pPr algn="ctr" defTabSz="493776">
              <a:lnSpc>
                <a:spcPct val="150000"/>
              </a:lnSpc>
              <a:spcBef>
                <a:spcPts val="500"/>
              </a:spcBef>
              <a:defRPr b="1" sz="1728">
                <a:solidFill>
                  <a:srgbClr val="FFFFFF"/>
                </a:solidFill>
              </a:defRPr>
            </a:pPr>
            <a:r>
              <a:rPr u="sng">
                <a:solidFill>
                  <a:srgbClr val="C84113"/>
                </a:solidFill>
                <a:uFill>
                  <a:solidFill>
                    <a:srgbClr val="C84113"/>
                  </a:solidFill>
                </a:uFill>
                <a:hlinkClick r:id="rId2" invalidUrl="" action="" tgtFrame="" tooltip="" history="1" highlightClick="0" endSnd="0"/>
              </a:rPr>
              <a:t>bleidig2@illinois.edu</a:t>
            </a:r>
          </a:p>
          <a:p>
            <a:pPr algn="ctr" defTabSz="493776">
              <a:lnSpc>
                <a:spcPct val="150000"/>
              </a:lnSpc>
              <a:spcBef>
                <a:spcPts val="500"/>
              </a:spcBef>
              <a:defRPr b="1" sz="1728">
                <a:solidFill>
                  <a:srgbClr val="FFFFFF"/>
                </a:solidFill>
              </a:defRPr>
            </a:pPr>
            <a:r>
              <a:t>Benjamin Leidig</a:t>
            </a:r>
          </a:p>
        </p:txBody>
      </p:sp>
      <p:sp>
        <p:nvSpPr>
          <p:cNvPr id="529" name="Department/Unit name Placeholder"/>
          <p:cNvSpPr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DEPARTMENT OF STATISTICS, UNIVERSITY OF ILLINOIS URBANA-CHAMPAIGN</a:t>
            </a:r>
          </a:p>
        </p:txBody>
      </p:sp>
      <p:sp>
        <p:nvSpPr>
          <p:cNvPr id="530" name="Slide Number Placeholder 1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08435" y="2932654"/>
            <a:ext cx="5775130" cy="9926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1CE"/>
      </a:accent1>
      <a:accent2>
        <a:srgbClr val="FCB316"/>
      </a:accent2>
      <a:accent3>
        <a:srgbClr val="007E8E"/>
      </a:accent3>
      <a:accent4>
        <a:srgbClr val="006230"/>
      </a:accent4>
      <a:accent5>
        <a:srgbClr val="5C0E41"/>
      </a:accent5>
      <a:accent6>
        <a:srgbClr val="7D3E13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1CE"/>
      </a:accent1>
      <a:accent2>
        <a:srgbClr val="FCB316"/>
      </a:accent2>
      <a:accent3>
        <a:srgbClr val="007E8E"/>
      </a:accent3>
      <a:accent4>
        <a:srgbClr val="006230"/>
      </a:accent4>
      <a:accent5>
        <a:srgbClr val="5C0E41"/>
      </a:accent5>
      <a:accent6>
        <a:srgbClr val="7D3E13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